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71" r:id="rId4"/>
    <p:sldId id="272" r:id="rId5"/>
    <p:sldId id="264" r:id="rId6"/>
    <p:sldId id="273" r:id="rId7"/>
    <p:sldId id="265" r:id="rId8"/>
    <p:sldId id="268" r:id="rId9"/>
    <p:sldId id="270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70B0BF-C419-4797-87ED-BC3424AF747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5ADA11-19C4-4868-881A-5D7ECEBC530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The retailer offers a wide variety of grocery items, but not all products contribute significantly to revenue or customer demand. </a:t>
          </a:r>
        </a:p>
      </dgm:t>
    </dgm:pt>
    <dgm:pt modelId="{F4799074-E6CC-4294-9CB0-2017AAA1B9D6}" type="parTrans" cxnId="{3C63CB02-FE7A-4281-8FEF-ABABD8549FD6}">
      <dgm:prSet/>
      <dgm:spPr/>
      <dgm:t>
        <a:bodyPr/>
        <a:lstStyle/>
        <a:p>
          <a:endParaRPr lang="en-US"/>
        </a:p>
      </dgm:t>
    </dgm:pt>
    <dgm:pt modelId="{7BB33112-DFBA-4F15-AFFF-E5D812A96CFA}" type="sibTrans" cxnId="{3C63CB02-FE7A-4281-8FEF-ABABD8549FD6}">
      <dgm:prSet/>
      <dgm:spPr/>
      <dgm:t>
        <a:bodyPr/>
        <a:lstStyle/>
        <a:p>
          <a:endParaRPr lang="en-US"/>
        </a:p>
      </dgm:t>
    </dgm:pt>
    <dgm:pt modelId="{0FE0228B-9CAE-4355-A765-2D352AFB98E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Managing an extensive inventory leads to high costs and operational inefficiencies. </a:t>
          </a:r>
        </a:p>
      </dgm:t>
    </dgm:pt>
    <dgm:pt modelId="{DA0F4EED-8915-4373-B728-192A0F81BE02}" type="parTrans" cxnId="{8E3A834F-5D9D-454A-A8CF-9E4D0E2F6F56}">
      <dgm:prSet/>
      <dgm:spPr/>
      <dgm:t>
        <a:bodyPr/>
        <a:lstStyle/>
        <a:p>
          <a:endParaRPr lang="en-US"/>
        </a:p>
      </dgm:t>
    </dgm:pt>
    <dgm:pt modelId="{DEEE8DE7-CEF1-4124-A192-AECDA8256851}" type="sibTrans" cxnId="{8E3A834F-5D9D-454A-A8CF-9E4D0E2F6F56}">
      <dgm:prSet/>
      <dgm:spPr/>
      <dgm:t>
        <a:bodyPr/>
        <a:lstStyle/>
        <a:p>
          <a:endParaRPr lang="en-US"/>
        </a:p>
      </dgm:t>
    </dgm:pt>
    <dgm:pt modelId="{E32026E8-3DEB-4487-BD8B-D5A6A92E56F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By rationalizing the assortment, the retailer can enhance store profitability and improve customer experience.</a:t>
          </a:r>
        </a:p>
      </dgm:t>
    </dgm:pt>
    <dgm:pt modelId="{7B3CBA1F-5A2E-4410-A891-2ECFB82C31E1}" type="parTrans" cxnId="{BB506350-AF3B-4AE7-953E-753D28E77E84}">
      <dgm:prSet/>
      <dgm:spPr/>
      <dgm:t>
        <a:bodyPr/>
        <a:lstStyle/>
        <a:p>
          <a:endParaRPr lang="en-US"/>
        </a:p>
      </dgm:t>
    </dgm:pt>
    <dgm:pt modelId="{3A881751-5176-4A3C-8B06-CB3858DC5932}" type="sibTrans" cxnId="{BB506350-AF3B-4AE7-953E-753D28E77E84}">
      <dgm:prSet/>
      <dgm:spPr/>
      <dgm:t>
        <a:bodyPr/>
        <a:lstStyle/>
        <a:p>
          <a:endParaRPr lang="en-US"/>
        </a:p>
      </dgm:t>
    </dgm:pt>
    <dgm:pt modelId="{3410E49E-CA9B-48FB-97C8-8ACA9DF1079C}" type="pres">
      <dgm:prSet presAssocID="{9F70B0BF-C419-4797-87ED-BC3424AF7473}" presName="root" presStyleCnt="0">
        <dgm:presLayoutVars>
          <dgm:dir/>
          <dgm:resizeHandles val="exact"/>
        </dgm:presLayoutVars>
      </dgm:prSet>
      <dgm:spPr/>
    </dgm:pt>
    <dgm:pt modelId="{B61C3526-361D-452C-BF13-B055F433BFAB}" type="pres">
      <dgm:prSet presAssocID="{4D5ADA11-19C4-4868-881A-5D7ECEBC5308}" presName="compNode" presStyleCnt="0"/>
      <dgm:spPr/>
    </dgm:pt>
    <dgm:pt modelId="{87CD0395-E4D4-488F-B4CE-5C504D483DA9}" type="pres">
      <dgm:prSet presAssocID="{4D5ADA11-19C4-4868-881A-5D7ECEBC5308}" presName="iconBgRect" presStyleLbl="bgShp" presStyleIdx="0" presStyleCnt="3" custLinFactNeighborX="-49094"/>
      <dgm:spPr/>
    </dgm:pt>
    <dgm:pt modelId="{E620ACC4-6F54-4333-ACD4-85BC51C06CF2}" type="pres">
      <dgm:prSet presAssocID="{4D5ADA11-19C4-4868-881A-5D7ECEBC5308}" presName="iconRect" presStyleLbl="node1" presStyleIdx="0" presStyleCnt="3" custLinFactNeighborX="-9633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2BA6E8C1-6242-46DF-9D8A-F35D12CAFC1A}" type="pres">
      <dgm:prSet presAssocID="{4D5ADA11-19C4-4868-881A-5D7ECEBC5308}" presName="spaceRect" presStyleCnt="0"/>
      <dgm:spPr/>
    </dgm:pt>
    <dgm:pt modelId="{71E1013C-FE85-4407-8D24-1072D0D7F79A}" type="pres">
      <dgm:prSet presAssocID="{4D5ADA11-19C4-4868-881A-5D7ECEBC5308}" presName="textRect" presStyleLbl="revTx" presStyleIdx="0" presStyleCnt="3" custLinFactNeighborX="-27609" custLinFactNeighborY="-12348">
        <dgm:presLayoutVars>
          <dgm:chMax val="1"/>
          <dgm:chPref val="1"/>
        </dgm:presLayoutVars>
      </dgm:prSet>
      <dgm:spPr/>
    </dgm:pt>
    <dgm:pt modelId="{2C0F09AD-BC83-42F3-9397-B96AC7FB12AB}" type="pres">
      <dgm:prSet presAssocID="{7BB33112-DFBA-4F15-AFFF-E5D812A96CFA}" presName="sibTrans" presStyleCnt="0"/>
      <dgm:spPr/>
    </dgm:pt>
    <dgm:pt modelId="{3176F6BB-70F8-49DF-9967-D74C42A15ABF}" type="pres">
      <dgm:prSet presAssocID="{0FE0228B-9CAE-4355-A765-2D352AFB98E5}" presName="compNode" presStyleCnt="0"/>
      <dgm:spPr/>
    </dgm:pt>
    <dgm:pt modelId="{E79BE83B-879B-4DC6-8C48-58B66BBA3624}" type="pres">
      <dgm:prSet presAssocID="{0FE0228B-9CAE-4355-A765-2D352AFB98E5}" presName="iconBgRect" presStyleLbl="bgShp" presStyleIdx="1" presStyleCnt="3"/>
      <dgm:spPr/>
    </dgm:pt>
    <dgm:pt modelId="{B528C7EF-A2C3-4CE6-8194-6B1B9D5649DF}" type="pres">
      <dgm:prSet presAssocID="{0FE0228B-9CAE-4355-A765-2D352AFB98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A8A84A16-17AF-4FA3-99D7-004B17A788D6}" type="pres">
      <dgm:prSet presAssocID="{0FE0228B-9CAE-4355-A765-2D352AFB98E5}" presName="spaceRect" presStyleCnt="0"/>
      <dgm:spPr/>
    </dgm:pt>
    <dgm:pt modelId="{E0B25A18-58CD-42BD-9EEB-B729BC3CCC38}" type="pres">
      <dgm:prSet presAssocID="{0FE0228B-9CAE-4355-A765-2D352AFB98E5}" presName="textRect" presStyleLbl="revTx" presStyleIdx="1" presStyleCnt="3" custLinFactNeighborY="-10292">
        <dgm:presLayoutVars>
          <dgm:chMax val="1"/>
          <dgm:chPref val="1"/>
        </dgm:presLayoutVars>
      </dgm:prSet>
      <dgm:spPr/>
    </dgm:pt>
    <dgm:pt modelId="{D0DBEB28-8D82-4E57-8D8A-5B28FDB81065}" type="pres">
      <dgm:prSet presAssocID="{DEEE8DE7-CEF1-4124-A192-AECDA8256851}" presName="sibTrans" presStyleCnt="0"/>
      <dgm:spPr/>
    </dgm:pt>
    <dgm:pt modelId="{6932C2C8-AEC4-4CC6-80EE-CC11542A37D8}" type="pres">
      <dgm:prSet presAssocID="{E32026E8-3DEB-4487-BD8B-D5A6A92E56F1}" presName="compNode" presStyleCnt="0"/>
      <dgm:spPr/>
    </dgm:pt>
    <dgm:pt modelId="{2849DA5A-F55A-4625-8BEA-80FA2A87ACEC}" type="pres">
      <dgm:prSet presAssocID="{E32026E8-3DEB-4487-BD8B-D5A6A92E56F1}" presName="iconBgRect" presStyleLbl="bgShp" presStyleIdx="2" presStyleCnt="3"/>
      <dgm:spPr/>
    </dgm:pt>
    <dgm:pt modelId="{0B04D851-92A3-488A-85B8-82243CF76922}" type="pres">
      <dgm:prSet presAssocID="{E32026E8-3DEB-4487-BD8B-D5A6A92E56F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A5F1F8D8-44FB-40CF-A4EA-E35BFDA20D12}" type="pres">
      <dgm:prSet presAssocID="{E32026E8-3DEB-4487-BD8B-D5A6A92E56F1}" presName="spaceRect" presStyleCnt="0"/>
      <dgm:spPr/>
    </dgm:pt>
    <dgm:pt modelId="{2BCAC7BD-8CC7-497B-A99B-0C9A57A95258}" type="pres">
      <dgm:prSet presAssocID="{E32026E8-3DEB-4487-BD8B-D5A6A92E56F1}" presName="textRect" presStyleLbl="revTx" presStyleIdx="2" presStyleCnt="3" custLinFactNeighborY="-14407">
        <dgm:presLayoutVars>
          <dgm:chMax val="1"/>
          <dgm:chPref val="1"/>
        </dgm:presLayoutVars>
      </dgm:prSet>
      <dgm:spPr/>
    </dgm:pt>
  </dgm:ptLst>
  <dgm:cxnLst>
    <dgm:cxn modelId="{3C63CB02-FE7A-4281-8FEF-ABABD8549FD6}" srcId="{9F70B0BF-C419-4797-87ED-BC3424AF7473}" destId="{4D5ADA11-19C4-4868-881A-5D7ECEBC5308}" srcOrd="0" destOrd="0" parTransId="{F4799074-E6CC-4294-9CB0-2017AAA1B9D6}" sibTransId="{7BB33112-DFBA-4F15-AFFF-E5D812A96CFA}"/>
    <dgm:cxn modelId="{51737116-FF5D-440B-852E-2B942833EC2B}" type="presOf" srcId="{0FE0228B-9CAE-4355-A765-2D352AFB98E5}" destId="{E0B25A18-58CD-42BD-9EEB-B729BC3CCC38}" srcOrd="0" destOrd="0" presId="urn:microsoft.com/office/officeart/2018/5/layout/IconCircleLabelList"/>
    <dgm:cxn modelId="{8E3A834F-5D9D-454A-A8CF-9E4D0E2F6F56}" srcId="{9F70B0BF-C419-4797-87ED-BC3424AF7473}" destId="{0FE0228B-9CAE-4355-A765-2D352AFB98E5}" srcOrd="1" destOrd="0" parTransId="{DA0F4EED-8915-4373-B728-192A0F81BE02}" sibTransId="{DEEE8DE7-CEF1-4124-A192-AECDA8256851}"/>
    <dgm:cxn modelId="{BB506350-AF3B-4AE7-953E-753D28E77E84}" srcId="{9F70B0BF-C419-4797-87ED-BC3424AF7473}" destId="{E32026E8-3DEB-4487-BD8B-D5A6A92E56F1}" srcOrd="2" destOrd="0" parTransId="{7B3CBA1F-5A2E-4410-A891-2ECFB82C31E1}" sibTransId="{3A881751-5176-4A3C-8B06-CB3858DC5932}"/>
    <dgm:cxn modelId="{02D24A87-CB0B-4E83-AC2A-8316DFA62486}" type="presOf" srcId="{4D5ADA11-19C4-4868-881A-5D7ECEBC5308}" destId="{71E1013C-FE85-4407-8D24-1072D0D7F79A}" srcOrd="0" destOrd="0" presId="urn:microsoft.com/office/officeart/2018/5/layout/IconCircleLabelList"/>
    <dgm:cxn modelId="{78D301B8-02BE-46BA-B618-B6BEF280C13C}" type="presOf" srcId="{9F70B0BF-C419-4797-87ED-BC3424AF7473}" destId="{3410E49E-CA9B-48FB-97C8-8ACA9DF1079C}" srcOrd="0" destOrd="0" presId="urn:microsoft.com/office/officeart/2018/5/layout/IconCircleLabelList"/>
    <dgm:cxn modelId="{28EBFEEC-4CEA-45FD-A8EF-324D0C362BC0}" type="presOf" srcId="{E32026E8-3DEB-4487-BD8B-D5A6A92E56F1}" destId="{2BCAC7BD-8CC7-497B-A99B-0C9A57A95258}" srcOrd="0" destOrd="0" presId="urn:microsoft.com/office/officeart/2018/5/layout/IconCircleLabelList"/>
    <dgm:cxn modelId="{6DD9E0CA-B361-46FD-82FA-42026E13B3CC}" type="presParOf" srcId="{3410E49E-CA9B-48FB-97C8-8ACA9DF1079C}" destId="{B61C3526-361D-452C-BF13-B055F433BFAB}" srcOrd="0" destOrd="0" presId="urn:microsoft.com/office/officeart/2018/5/layout/IconCircleLabelList"/>
    <dgm:cxn modelId="{06441374-F668-4EAD-AA91-B81FC56FB883}" type="presParOf" srcId="{B61C3526-361D-452C-BF13-B055F433BFAB}" destId="{87CD0395-E4D4-488F-B4CE-5C504D483DA9}" srcOrd="0" destOrd="0" presId="urn:microsoft.com/office/officeart/2018/5/layout/IconCircleLabelList"/>
    <dgm:cxn modelId="{F1F13265-5C99-407C-9B31-3C154ABD754E}" type="presParOf" srcId="{B61C3526-361D-452C-BF13-B055F433BFAB}" destId="{E620ACC4-6F54-4333-ACD4-85BC51C06CF2}" srcOrd="1" destOrd="0" presId="urn:microsoft.com/office/officeart/2018/5/layout/IconCircleLabelList"/>
    <dgm:cxn modelId="{C99B28F2-7E4E-47CD-BCA1-BF089F90738C}" type="presParOf" srcId="{B61C3526-361D-452C-BF13-B055F433BFAB}" destId="{2BA6E8C1-6242-46DF-9D8A-F35D12CAFC1A}" srcOrd="2" destOrd="0" presId="urn:microsoft.com/office/officeart/2018/5/layout/IconCircleLabelList"/>
    <dgm:cxn modelId="{543F69F7-44FA-4967-9908-CE233670F96A}" type="presParOf" srcId="{B61C3526-361D-452C-BF13-B055F433BFAB}" destId="{71E1013C-FE85-4407-8D24-1072D0D7F79A}" srcOrd="3" destOrd="0" presId="urn:microsoft.com/office/officeart/2018/5/layout/IconCircleLabelList"/>
    <dgm:cxn modelId="{F61F1ED1-BDE5-46C4-BA06-C87203BCB134}" type="presParOf" srcId="{3410E49E-CA9B-48FB-97C8-8ACA9DF1079C}" destId="{2C0F09AD-BC83-42F3-9397-B96AC7FB12AB}" srcOrd="1" destOrd="0" presId="urn:microsoft.com/office/officeart/2018/5/layout/IconCircleLabelList"/>
    <dgm:cxn modelId="{84CCACC6-7B6D-4A30-922B-5BB1C821B6FD}" type="presParOf" srcId="{3410E49E-CA9B-48FB-97C8-8ACA9DF1079C}" destId="{3176F6BB-70F8-49DF-9967-D74C42A15ABF}" srcOrd="2" destOrd="0" presId="urn:microsoft.com/office/officeart/2018/5/layout/IconCircleLabelList"/>
    <dgm:cxn modelId="{D0816E0A-70E5-4F4F-8D33-DAA812762C6F}" type="presParOf" srcId="{3176F6BB-70F8-49DF-9967-D74C42A15ABF}" destId="{E79BE83B-879B-4DC6-8C48-58B66BBA3624}" srcOrd="0" destOrd="0" presId="urn:microsoft.com/office/officeart/2018/5/layout/IconCircleLabelList"/>
    <dgm:cxn modelId="{F42B7489-EB32-40A8-9D9F-BE081B5DDE5B}" type="presParOf" srcId="{3176F6BB-70F8-49DF-9967-D74C42A15ABF}" destId="{B528C7EF-A2C3-4CE6-8194-6B1B9D5649DF}" srcOrd="1" destOrd="0" presId="urn:microsoft.com/office/officeart/2018/5/layout/IconCircleLabelList"/>
    <dgm:cxn modelId="{B8514DE3-1B55-4230-97FC-31F235EBED73}" type="presParOf" srcId="{3176F6BB-70F8-49DF-9967-D74C42A15ABF}" destId="{A8A84A16-17AF-4FA3-99D7-004B17A788D6}" srcOrd="2" destOrd="0" presId="urn:microsoft.com/office/officeart/2018/5/layout/IconCircleLabelList"/>
    <dgm:cxn modelId="{8D873003-75DD-4DE1-BE45-D8367DC8DB33}" type="presParOf" srcId="{3176F6BB-70F8-49DF-9967-D74C42A15ABF}" destId="{E0B25A18-58CD-42BD-9EEB-B729BC3CCC38}" srcOrd="3" destOrd="0" presId="urn:microsoft.com/office/officeart/2018/5/layout/IconCircleLabelList"/>
    <dgm:cxn modelId="{E89B25D3-AFBF-4010-B1A2-1BC05A06C0C2}" type="presParOf" srcId="{3410E49E-CA9B-48FB-97C8-8ACA9DF1079C}" destId="{D0DBEB28-8D82-4E57-8D8A-5B28FDB81065}" srcOrd="3" destOrd="0" presId="urn:microsoft.com/office/officeart/2018/5/layout/IconCircleLabelList"/>
    <dgm:cxn modelId="{804024DC-B27B-424A-AB3A-4B2322CDA3BC}" type="presParOf" srcId="{3410E49E-CA9B-48FB-97C8-8ACA9DF1079C}" destId="{6932C2C8-AEC4-4CC6-80EE-CC11542A37D8}" srcOrd="4" destOrd="0" presId="urn:microsoft.com/office/officeart/2018/5/layout/IconCircleLabelList"/>
    <dgm:cxn modelId="{636CCC91-FCA5-4470-835F-B946AA67F20F}" type="presParOf" srcId="{6932C2C8-AEC4-4CC6-80EE-CC11542A37D8}" destId="{2849DA5A-F55A-4625-8BEA-80FA2A87ACEC}" srcOrd="0" destOrd="0" presId="urn:microsoft.com/office/officeart/2018/5/layout/IconCircleLabelList"/>
    <dgm:cxn modelId="{386EDF0E-9406-4BA7-8A63-A7F80AF728A3}" type="presParOf" srcId="{6932C2C8-AEC4-4CC6-80EE-CC11542A37D8}" destId="{0B04D851-92A3-488A-85B8-82243CF76922}" srcOrd="1" destOrd="0" presId="urn:microsoft.com/office/officeart/2018/5/layout/IconCircleLabelList"/>
    <dgm:cxn modelId="{ECD335BF-4747-445E-A16E-4C58546C7BF3}" type="presParOf" srcId="{6932C2C8-AEC4-4CC6-80EE-CC11542A37D8}" destId="{A5F1F8D8-44FB-40CF-A4EA-E35BFDA20D12}" srcOrd="2" destOrd="0" presId="urn:microsoft.com/office/officeart/2018/5/layout/IconCircleLabelList"/>
    <dgm:cxn modelId="{5B943919-2E48-4B4A-AD9D-2E1A33E5742D}" type="presParOf" srcId="{6932C2C8-AEC4-4CC6-80EE-CC11542A37D8}" destId="{2BCAC7BD-8CC7-497B-A99B-0C9A57A9525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07EF6E-959E-45D0-8D77-3290F5AF7E2F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DE7F9BC-9E6E-496B-9784-4848BE6E898C}">
      <dgm:prSet phldrT="[Text]" custT="1"/>
      <dgm:spPr/>
      <dgm:t>
        <a:bodyPr/>
        <a:lstStyle/>
        <a:p>
          <a:r>
            <a:rPr lang="en-IN" sz="1050" dirty="0"/>
            <a:t>Data Transformation</a:t>
          </a:r>
        </a:p>
      </dgm:t>
    </dgm:pt>
    <dgm:pt modelId="{C2221E63-9844-4000-ADFB-1AB5401A4F9F}" type="parTrans" cxnId="{5639C9D9-6424-4749-93BA-32DE32FF0862}">
      <dgm:prSet/>
      <dgm:spPr/>
      <dgm:t>
        <a:bodyPr/>
        <a:lstStyle/>
        <a:p>
          <a:endParaRPr lang="en-IN" sz="3600"/>
        </a:p>
      </dgm:t>
    </dgm:pt>
    <dgm:pt modelId="{636C2B4F-F4B6-4DB8-B4F4-350D084FCC7D}" type="sibTrans" cxnId="{5639C9D9-6424-4749-93BA-32DE32FF0862}">
      <dgm:prSet/>
      <dgm:spPr/>
      <dgm:t>
        <a:bodyPr/>
        <a:lstStyle/>
        <a:p>
          <a:endParaRPr lang="en-IN" sz="3600"/>
        </a:p>
      </dgm:t>
    </dgm:pt>
    <dgm:pt modelId="{ECFDDCA2-6AAD-459B-9946-6624EE0CE536}">
      <dgm:prSet phldrT="[Text]" custT="1"/>
      <dgm:spPr/>
      <dgm:t>
        <a:bodyPr/>
        <a:lstStyle/>
        <a:p>
          <a:r>
            <a:rPr lang="en-IN" sz="1050" dirty="0"/>
            <a:t>Data Visualization</a:t>
          </a:r>
        </a:p>
      </dgm:t>
    </dgm:pt>
    <dgm:pt modelId="{1A83CA75-BDB3-49B3-BD68-E049B986931E}" type="parTrans" cxnId="{A775B932-6D7A-43E2-AD08-833FD290C829}">
      <dgm:prSet/>
      <dgm:spPr/>
      <dgm:t>
        <a:bodyPr/>
        <a:lstStyle/>
        <a:p>
          <a:endParaRPr lang="en-IN" sz="3600"/>
        </a:p>
      </dgm:t>
    </dgm:pt>
    <dgm:pt modelId="{74730B5A-72A3-4959-BD85-97D16FD6722E}" type="sibTrans" cxnId="{A775B932-6D7A-43E2-AD08-833FD290C829}">
      <dgm:prSet/>
      <dgm:spPr/>
      <dgm:t>
        <a:bodyPr/>
        <a:lstStyle/>
        <a:p>
          <a:endParaRPr lang="en-IN" sz="3600"/>
        </a:p>
      </dgm:t>
    </dgm:pt>
    <dgm:pt modelId="{832049A5-9451-47C5-ADE4-F7B82A21C45F}">
      <dgm:prSet phldrT="[Text]" custT="1"/>
      <dgm:spPr/>
      <dgm:t>
        <a:bodyPr/>
        <a:lstStyle/>
        <a:p>
          <a:r>
            <a:rPr lang="en-IN" sz="1050" dirty="0"/>
            <a:t>Insight Generation and Interpretation</a:t>
          </a:r>
        </a:p>
      </dgm:t>
    </dgm:pt>
    <dgm:pt modelId="{DD2D046A-91A6-493F-A04B-7A329BA85B44}" type="parTrans" cxnId="{BFDA0DD5-FE24-41F9-B777-C05DEE4DE82E}">
      <dgm:prSet/>
      <dgm:spPr/>
      <dgm:t>
        <a:bodyPr/>
        <a:lstStyle/>
        <a:p>
          <a:endParaRPr lang="en-IN" sz="3600"/>
        </a:p>
      </dgm:t>
    </dgm:pt>
    <dgm:pt modelId="{57304E09-1758-46B2-A326-393FBD8E8120}" type="sibTrans" cxnId="{BFDA0DD5-FE24-41F9-B777-C05DEE4DE82E}">
      <dgm:prSet/>
      <dgm:spPr/>
      <dgm:t>
        <a:bodyPr/>
        <a:lstStyle/>
        <a:p>
          <a:endParaRPr lang="en-IN" sz="3600"/>
        </a:p>
      </dgm:t>
    </dgm:pt>
    <dgm:pt modelId="{C54EB4C4-B044-47D0-A0CA-A585D9451BE4}">
      <dgm:prSet phldrT="[Text]" custT="1"/>
      <dgm:spPr/>
      <dgm:t>
        <a:bodyPr/>
        <a:lstStyle/>
        <a:p>
          <a:r>
            <a:rPr lang="en-IN" sz="1050" dirty="0"/>
            <a:t>Recommendation </a:t>
          </a:r>
        </a:p>
        <a:p>
          <a:r>
            <a:rPr lang="en-IN" sz="1050" dirty="0"/>
            <a:t>&amp; </a:t>
          </a:r>
        </a:p>
        <a:p>
          <a:r>
            <a:rPr lang="en-IN" sz="1050" dirty="0"/>
            <a:t>Strategic Conclusion</a:t>
          </a:r>
        </a:p>
      </dgm:t>
    </dgm:pt>
    <dgm:pt modelId="{F31221F8-3C71-40C7-9537-C5680A003502}" type="parTrans" cxnId="{5E9A3E94-2498-4F1D-BD45-24DACBF0B4A3}">
      <dgm:prSet/>
      <dgm:spPr/>
      <dgm:t>
        <a:bodyPr/>
        <a:lstStyle/>
        <a:p>
          <a:endParaRPr lang="en-IN" sz="3600"/>
        </a:p>
      </dgm:t>
    </dgm:pt>
    <dgm:pt modelId="{B6346AD1-A59C-4419-A09A-40A4B07F8951}" type="sibTrans" cxnId="{5E9A3E94-2498-4F1D-BD45-24DACBF0B4A3}">
      <dgm:prSet/>
      <dgm:spPr/>
      <dgm:t>
        <a:bodyPr/>
        <a:lstStyle/>
        <a:p>
          <a:endParaRPr lang="en-IN" sz="3600"/>
        </a:p>
      </dgm:t>
    </dgm:pt>
    <dgm:pt modelId="{4DE8BDCD-3AB2-47FC-9666-B1F0E6D61DCF}">
      <dgm:prSet phldrT="[Text]" custT="1"/>
      <dgm:spPr/>
      <dgm:t>
        <a:bodyPr/>
        <a:lstStyle/>
        <a:p>
          <a:r>
            <a:rPr lang="en-IN" sz="1050" dirty="0"/>
            <a:t>Data Cleaning</a:t>
          </a:r>
        </a:p>
      </dgm:t>
    </dgm:pt>
    <dgm:pt modelId="{3A3400AF-E362-474D-83D8-168D5F71B215}" type="parTrans" cxnId="{08FB7DB0-AB7E-4B66-B089-74581E8651A4}">
      <dgm:prSet/>
      <dgm:spPr/>
      <dgm:t>
        <a:bodyPr/>
        <a:lstStyle/>
        <a:p>
          <a:endParaRPr lang="en-IN" sz="3600"/>
        </a:p>
      </dgm:t>
    </dgm:pt>
    <dgm:pt modelId="{D09DFE97-0179-40BA-BEE2-766BB1459EC8}" type="sibTrans" cxnId="{08FB7DB0-AB7E-4B66-B089-74581E8651A4}">
      <dgm:prSet/>
      <dgm:spPr/>
      <dgm:t>
        <a:bodyPr/>
        <a:lstStyle/>
        <a:p>
          <a:endParaRPr lang="en-IN" sz="3600"/>
        </a:p>
      </dgm:t>
    </dgm:pt>
    <dgm:pt modelId="{E3B8E8F2-4E52-4DE8-B2CE-0FCD5A063E9B}">
      <dgm:prSet phldrT="[Text]" custT="1"/>
      <dgm:spPr/>
      <dgm:t>
        <a:bodyPr/>
        <a:lstStyle/>
        <a:p>
          <a:r>
            <a:rPr lang="en-IN" sz="1050" dirty="0"/>
            <a:t>Data Familiarization</a:t>
          </a:r>
        </a:p>
      </dgm:t>
    </dgm:pt>
    <dgm:pt modelId="{3F90938F-0EA7-4B62-8969-82E6D27F4988}" type="parTrans" cxnId="{48EE4AE4-7F1B-4CFB-BF0B-97AA4FBFF12A}">
      <dgm:prSet/>
      <dgm:spPr/>
      <dgm:t>
        <a:bodyPr/>
        <a:lstStyle/>
        <a:p>
          <a:endParaRPr lang="en-IN" sz="3600"/>
        </a:p>
      </dgm:t>
    </dgm:pt>
    <dgm:pt modelId="{5EE4D704-94A9-43D5-8D0E-17ABD74291FD}" type="sibTrans" cxnId="{48EE4AE4-7F1B-4CFB-BF0B-97AA4FBFF12A}">
      <dgm:prSet/>
      <dgm:spPr/>
      <dgm:t>
        <a:bodyPr/>
        <a:lstStyle/>
        <a:p>
          <a:endParaRPr lang="en-IN" sz="3600"/>
        </a:p>
      </dgm:t>
    </dgm:pt>
    <dgm:pt modelId="{36F5594C-DC7C-4526-A907-3CF400FF9B4B}">
      <dgm:prSet phldrT="[Text]" custT="1"/>
      <dgm:spPr/>
      <dgm:t>
        <a:bodyPr/>
        <a:lstStyle/>
        <a:p>
          <a:r>
            <a:rPr lang="en-IN" sz="1050" dirty="0"/>
            <a:t>Defining Analytical Metrics and KPI’s</a:t>
          </a:r>
        </a:p>
      </dgm:t>
    </dgm:pt>
    <dgm:pt modelId="{5050B457-53AE-4925-9E1B-CD427A485FCA}" type="parTrans" cxnId="{9FF81B90-E909-496F-A755-14AF126AE7BE}">
      <dgm:prSet/>
      <dgm:spPr/>
      <dgm:t>
        <a:bodyPr/>
        <a:lstStyle/>
        <a:p>
          <a:endParaRPr lang="en-IN" sz="3600"/>
        </a:p>
      </dgm:t>
    </dgm:pt>
    <dgm:pt modelId="{1CF398F4-27A7-4718-ACE0-066994D4CE61}" type="sibTrans" cxnId="{9FF81B90-E909-496F-A755-14AF126AE7BE}">
      <dgm:prSet/>
      <dgm:spPr/>
      <dgm:t>
        <a:bodyPr/>
        <a:lstStyle/>
        <a:p>
          <a:endParaRPr lang="en-IN" sz="3600"/>
        </a:p>
      </dgm:t>
    </dgm:pt>
    <dgm:pt modelId="{56907CA7-1C2C-4F3B-90D3-4F82A1D5BACD}" type="pres">
      <dgm:prSet presAssocID="{4807EF6E-959E-45D0-8D77-3290F5AF7E2F}" presName="Name0" presStyleCnt="0">
        <dgm:presLayoutVars>
          <dgm:dir/>
          <dgm:animOne val="branch"/>
          <dgm:animLvl val="lvl"/>
        </dgm:presLayoutVars>
      </dgm:prSet>
      <dgm:spPr/>
    </dgm:pt>
    <dgm:pt modelId="{ACAEE7C4-EE81-4AB4-824C-9C7854815735}" type="pres">
      <dgm:prSet presAssocID="{E3B8E8F2-4E52-4DE8-B2CE-0FCD5A063E9B}" presName="chaos" presStyleCnt="0"/>
      <dgm:spPr/>
    </dgm:pt>
    <dgm:pt modelId="{C14260A1-D3BD-4FBF-B799-FC5690E1D00B}" type="pres">
      <dgm:prSet presAssocID="{E3B8E8F2-4E52-4DE8-B2CE-0FCD5A063E9B}" presName="parTx1" presStyleLbl="revTx" presStyleIdx="0" presStyleCnt="6"/>
      <dgm:spPr/>
    </dgm:pt>
    <dgm:pt modelId="{E5E47F86-B72D-40F8-8912-F4C82085E439}" type="pres">
      <dgm:prSet presAssocID="{E3B8E8F2-4E52-4DE8-B2CE-0FCD5A063E9B}" presName="c1" presStyleLbl="node1" presStyleIdx="0" presStyleCnt="19"/>
      <dgm:spPr/>
    </dgm:pt>
    <dgm:pt modelId="{496B46E9-BD82-4F9C-803C-C2F54A3E1E5B}" type="pres">
      <dgm:prSet presAssocID="{E3B8E8F2-4E52-4DE8-B2CE-0FCD5A063E9B}" presName="c2" presStyleLbl="node1" presStyleIdx="1" presStyleCnt="19"/>
      <dgm:spPr/>
    </dgm:pt>
    <dgm:pt modelId="{FF6FF602-8E18-4171-B87E-2144CE804D46}" type="pres">
      <dgm:prSet presAssocID="{E3B8E8F2-4E52-4DE8-B2CE-0FCD5A063E9B}" presName="c3" presStyleLbl="node1" presStyleIdx="2" presStyleCnt="19"/>
      <dgm:spPr/>
    </dgm:pt>
    <dgm:pt modelId="{37080576-5517-4012-A398-F456577A175F}" type="pres">
      <dgm:prSet presAssocID="{E3B8E8F2-4E52-4DE8-B2CE-0FCD5A063E9B}" presName="c4" presStyleLbl="node1" presStyleIdx="3" presStyleCnt="19"/>
      <dgm:spPr/>
    </dgm:pt>
    <dgm:pt modelId="{D6B847D0-E5A3-4A71-BF5C-C9E4F353018D}" type="pres">
      <dgm:prSet presAssocID="{E3B8E8F2-4E52-4DE8-B2CE-0FCD5A063E9B}" presName="c5" presStyleLbl="node1" presStyleIdx="4" presStyleCnt="19"/>
      <dgm:spPr/>
    </dgm:pt>
    <dgm:pt modelId="{2C7F2173-5974-41C7-A1C0-9A8910293FAA}" type="pres">
      <dgm:prSet presAssocID="{E3B8E8F2-4E52-4DE8-B2CE-0FCD5A063E9B}" presName="c6" presStyleLbl="node1" presStyleIdx="5" presStyleCnt="19"/>
      <dgm:spPr/>
    </dgm:pt>
    <dgm:pt modelId="{AC3AB47B-FE80-4880-B117-1B951503AC95}" type="pres">
      <dgm:prSet presAssocID="{E3B8E8F2-4E52-4DE8-B2CE-0FCD5A063E9B}" presName="c7" presStyleLbl="node1" presStyleIdx="6" presStyleCnt="19"/>
      <dgm:spPr/>
    </dgm:pt>
    <dgm:pt modelId="{EC7D8422-941E-41ED-982F-964CA3D63398}" type="pres">
      <dgm:prSet presAssocID="{E3B8E8F2-4E52-4DE8-B2CE-0FCD5A063E9B}" presName="c8" presStyleLbl="node1" presStyleIdx="7" presStyleCnt="19"/>
      <dgm:spPr/>
    </dgm:pt>
    <dgm:pt modelId="{A8CEBC3F-4186-4C04-A53F-43BF35E38B91}" type="pres">
      <dgm:prSet presAssocID="{E3B8E8F2-4E52-4DE8-B2CE-0FCD5A063E9B}" presName="c9" presStyleLbl="node1" presStyleIdx="8" presStyleCnt="19"/>
      <dgm:spPr/>
    </dgm:pt>
    <dgm:pt modelId="{C4B36C21-986B-4094-9DA8-40126E7D7F8A}" type="pres">
      <dgm:prSet presAssocID="{E3B8E8F2-4E52-4DE8-B2CE-0FCD5A063E9B}" presName="c10" presStyleLbl="node1" presStyleIdx="9" presStyleCnt="19"/>
      <dgm:spPr/>
    </dgm:pt>
    <dgm:pt modelId="{C8E21D7E-0856-4946-9DE2-E129DF29B7DD}" type="pres">
      <dgm:prSet presAssocID="{E3B8E8F2-4E52-4DE8-B2CE-0FCD5A063E9B}" presName="c11" presStyleLbl="node1" presStyleIdx="10" presStyleCnt="19"/>
      <dgm:spPr/>
    </dgm:pt>
    <dgm:pt modelId="{BF51DBD5-7549-4262-8A20-496E308C772C}" type="pres">
      <dgm:prSet presAssocID="{E3B8E8F2-4E52-4DE8-B2CE-0FCD5A063E9B}" presName="c12" presStyleLbl="node1" presStyleIdx="11" presStyleCnt="19"/>
      <dgm:spPr/>
    </dgm:pt>
    <dgm:pt modelId="{75F3FB79-A176-449F-8D43-89D7657395E6}" type="pres">
      <dgm:prSet presAssocID="{E3B8E8F2-4E52-4DE8-B2CE-0FCD5A063E9B}" presName="c13" presStyleLbl="node1" presStyleIdx="12" presStyleCnt="19"/>
      <dgm:spPr/>
    </dgm:pt>
    <dgm:pt modelId="{1F2CCE29-FB0D-4D91-BAD7-9EF6C0BBE740}" type="pres">
      <dgm:prSet presAssocID="{E3B8E8F2-4E52-4DE8-B2CE-0FCD5A063E9B}" presName="c14" presStyleLbl="node1" presStyleIdx="13" presStyleCnt="19"/>
      <dgm:spPr/>
    </dgm:pt>
    <dgm:pt modelId="{EB2597C4-A203-4E6B-9AA2-4159A9BE1A99}" type="pres">
      <dgm:prSet presAssocID="{E3B8E8F2-4E52-4DE8-B2CE-0FCD5A063E9B}" presName="c15" presStyleLbl="node1" presStyleIdx="14" presStyleCnt="19"/>
      <dgm:spPr/>
    </dgm:pt>
    <dgm:pt modelId="{326A5B44-3EB4-4E39-88F2-AF1C8A6426AA}" type="pres">
      <dgm:prSet presAssocID="{E3B8E8F2-4E52-4DE8-B2CE-0FCD5A063E9B}" presName="c16" presStyleLbl="node1" presStyleIdx="15" presStyleCnt="19"/>
      <dgm:spPr/>
    </dgm:pt>
    <dgm:pt modelId="{AA4C21FF-BA57-4EDD-99DB-94C3199CB5E2}" type="pres">
      <dgm:prSet presAssocID="{E3B8E8F2-4E52-4DE8-B2CE-0FCD5A063E9B}" presName="c17" presStyleLbl="node1" presStyleIdx="16" presStyleCnt="19"/>
      <dgm:spPr/>
    </dgm:pt>
    <dgm:pt modelId="{71C0A6CB-B07F-4C88-AECF-17735443CCB4}" type="pres">
      <dgm:prSet presAssocID="{E3B8E8F2-4E52-4DE8-B2CE-0FCD5A063E9B}" presName="c18" presStyleLbl="node1" presStyleIdx="17" presStyleCnt="19"/>
      <dgm:spPr/>
    </dgm:pt>
    <dgm:pt modelId="{88E9DB99-837C-489C-98F0-63B4D60BF5E3}" type="pres">
      <dgm:prSet presAssocID="{5EE4D704-94A9-43D5-8D0E-17ABD74291FD}" presName="chevronComposite1" presStyleCnt="0"/>
      <dgm:spPr/>
    </dgm:pt>
    <dgm:pt modelId="{BA52672A-F080-4936-8B7E-EF361C7D776B}" type="pres">
      <dgm:prSet presAssocID="{5EE4D704-94A9-43D5-8D0E-17ABD74291FD}" presName="chevron1" presStyleLbl="sibTrans2D1" presStyleIdx="0" presStyleCnt="6"/>
      <dgm:spPr/>
    </dgm:pt>
    <dgm:pt modelId="{0860A792-88F7-4B17-81FA-C76DBB04E464}" type="pres">
      <dgm:prSet presAssocID="{5EE4D704-94A9-43D5-8D0E-17ABD74291FD}" presName="spChevron1" presStyleCnt="0"/>
      <dgm:spPr/>
    </dgm:pt>
    <dgm:pt modelId="{E4E48118-28B0-4E4B-856D-8E26F3003CFE}" type="pres">
      <dgm:prSet presAssocID="{36F5594C-DC7C-4526-A907-3CF400FF9B4B}" presName="middle" presStyleCnt="0"/>
      <dgm:spPr/>
    </dgm:pt>
    <dgm:pt modelId="{42F74C33-0341-45E0-8A59-B9C0561CEF3D}" type="pres">
      <dgm:prSet presAssocID="{36F5594C-DC7C-4526-A907-3CF400FF9B4B}" presName="parTxMid" presStyleLbl="revTx" presStyleIdx="1" presStyleCnt="6"/>
      <dgm:spPr/>
    </dgm:pt>
    <dgm:pt modelId="{B7A5DD79-381C-44F1-B780-CE1D85F3DDDE}" type="pres">
      <dgm:prSet presAssocID="{36F5594C-DC7C-4526-A907-3CF400FF9B4B}" presName="spMid" presStyleCnt="0"/>
      <dgm:spPr/>
    </dgm:pt>
    <dgm:pt modelId="{8CBC92FD-09B8-45D1-AC56-E206CC922F50}" type="pres">
      <dgm:prSet presAssocID="{1CF398F4-27A7-4718-ACE0-066994D4CE61}" presName="chevronComposite1" presStyleCnt="0"/>
      <dgm:spPr/>
    </dgm:pt>
    <dgm:pt modelId="{C2F1F13A-99C3-47A2-9513-E2DFC42D4731}" type="pres">
      <dgm:prSet presAssocID="{1CF398F4-27A7-4718-ACE0-066994D4CE61}" presName="chevron1" presStyleLbl="sibTrans2D1" presStyleIdx="1" presStyleCnt="6"/>
      <dgm:spPr/>
    </dgm:pt>
    <dgm:pt modelId="{FEC0C07D-33E0-46CB-8546-F6E4E7AA1E08}" type="pres">
      <dgm:prSet presAssocID="{1CF398F4-27A7-4718-ACE0-066994D4CE61}" presName="spChevron1" presStyleCnt="0"/>
      <dgm:spPr/>
    </dgm:pt>
    <dgm:pt modelId="{890F4B09-F6CF-4575-BD01-83237D2F8012}" type="pres">
      <dgm:prSet presAssocID="{4DE8BDCD-3AB2-47FC-9666-B1F0E6D61DCF}" presName="middle" presStyleCnt="0"/>
      <dgm:spPr/>
    </dgm:pt>
    <dgm:pt modelId="{69576A8F-F696-4295-A26A-5266E7FE27E8}" type="pres">
      <dgm:prSet presAssocID="{4DE8BDCD-3AB2-47FC-9666-B1F0E6D61DCF}" presName="parTxMid" presStyleLbl="revTx" presStyleIdx="2" presStyleCnt="6"/>
      <dgm:spPr/>
    </dgm:pt>
    <dgm:pt modelId="{2F30E0CA-2DED-4D1B-8C3E-79D2830D2C2D}" type="pres">
      <dgm:prSet presAssocID="{4DE8BDCD-3AB2-47FC-9666-B1F0E6D61DCF}" presName="spMid" presStyleCnt="0"/>
      <dgm:spPr/>
    </dgm:pt>
    <dgm:pt modelId="{EC639C6F-44C5-4CA5-934D-E03F92286D39}" type="pres">
      <dgm:prSet presAssocID="{D09DFE97-0179-40BA-BEE2-766BB1459EC8}" presName="chevronComposite1" presStyleCnt="0"/>
      <dgm:spPr/>
    </dgm:pt>
    <dgm:pt modelId="{2D7802C1-0B29-4976-97E0-51AC3096DF4A}" type="pres">
      <dgm:prSet presAssocID="{D09DFE97-0179-40BA-BEE2-766BB1459EC8}" presName="chevron1" presStyleLbl="sibTrans2D1" presStyleIdx="2" presStyleCnt="6"/>
      <dgm:spPr/>
    </dgm:pt>
    <dgm:pt modelId="{8A00994A-714C-44EC-91D1-7854314825C6}" type="pres">
      <dgm:prSet presAssocID="{D09DFE97-0179-40BA-BEE2-766BB1459EC8}" presName="spChevron1" presStyleCnt="0"/>
      <dgm:spPr/>
    </dgm:pt>
    <dgm:pt modelId="{A3A2C5FA-4C0B-4DB9-8256-2F7AAF711DBD}" type="pres">
      <dgm:prSet presAssocID="{0DE7F9BC-9E6E-496B-9784-4848BE6E898C}" presName="middle" presStyleCnt="0"/>
      <dgm:spPr/>
    </dgm:pt>
    <dgm:pt modelId="{49D4F63C-3C11-439A-B4F7-4E990C07BCFB}" type="pres">
      <dgm:prSet presAssocID="{0DE7F9BC-9E6E-496B-9784-4848BE6E898C}" presName="parTxMid" presStyleLbl="revTx" presStyleIdx="3" presStyleCnt="6"/>
      <dgm:spPr/>
    </dgm:pt>
    <dgm:pt modelId="{9A30C29A-93A8-4B89-8D11-B8818DE46174}" type="pres">
      <dgm:prSet presAssocID="{0DE7F9BC-9E6E-496B-9784-4848BE6E898C}" presName="spMid" presStyleCnt="0"/>
      <dgm:spPr/>
    </dgm:pt>
    <dgm:pt modelId="{1A53D932-8A0F-47CC-9EC1-391A2F490355}" type="pres">
      <dgm:prSet presAssocID="{636C2B4F-F4B6-4DB8-B4F4-350D084FCC7D}" presName="chevronComposite1" presStyleCnt="0"/>
      <dgm:spPr/>
    </dgm:pt>
    <dgm:pt modelId="{6993E951-C94E-4B4F-B7FF-DDF06B26AA57}" type="pres">
      <dgm:prSet presAssocID="{636C2B4F-F4B6-4DB8-B4F4-350D084FCC7D}" presName="chevron1" presStyleLbl="sibTrans2D1" presStyleIdx="3" presStyleCnt="6"/>
      <dgm:spPr/>
    </dgm:pt>
    <dgm:pt modelId="{1293C6C2-930E-4DB8-966F-61B205FFDBC7}" type="pres">
      <dgm:prSet presAssocID="{636C2B4F-F4B6-4DB8-B4F4-350D084FCC7D}" presName="spChevron1" presStyleCnt="0"/>
      <dgm:spPr/>
    </dgm:pt>
    <dgm:pt modelId="{936C794F-FAE7-4CBD-AA70-D7BABA6B4165}" type="pres">
      <dgm:prSet presAssocID="{ECFDDCA2-6AAD-459B-9946-6624EE0CE536}" presName="middle" presStyleCnt="0"/>
      <dgm:spPr/>
    </dgm:pt>
    <dgm:pt modelId="{46445F0B-ABC6-46F9-8215-D91DD2341343}" type="pres">
      <dgm:prSet presAssocID="{ECFDDCA2-6AAD-459B-9946-6624EE0CE536}" presName="parTxMid" presStyleLbl="revTx" presStyleIdx="4" presStyleCnt="6"/>
      <dgm:spPr/>
    </dgm:pt>
    <dgm:pt modelId="{12C78062-F4A8-46FA-8F87-1B5ACC2C0BF5}" type="pres">
      <dgm:prSet presAssocID="{ECFDDCA2-6AAD-459B-9946-6624EE0CE536}" presName="spMid" presStyleCnt="0"/>
      <dgm:spPr/>
    </dgm:pt>
    <dgm:pt modelId="{D6294891-B4EE-482E-BBC4-FA903ECD0E1D}" type="pres">
      <dgm:prSet presAssocID="{74730B5A-72A3-4959-BD85-97D16FD6722E}" presName="chevronComposite1" presStyleCnt="0"/>
      <dgm:spPr/>
    </dgm:pt>
    <dgm:pt modelId="{CBB7FE0D-66F1-49E8-BBB1-38F8BE795367}" type="pres">
      <dgm:prSet presAssocID="{74730B5A-72A3-4959-BD85-97D16FD6722E}" presName="chevron1" presStyleLbl="sibTrans2D1" presStyleIdx="4" presStyleCnt="6"/>
      <dgm:spPr/>
    </dgm:pt>
    <dgm:pt modelId="{0C5AFA06-F78C-4D4C-8C34-D030F6E3EB48}" type="pres">
      <dgm:prSet presAssocID="{74730B5A-72A3-4959-BD85-97D16FD6722E}" presName="spChevron1" presStyleCnt="0"/>
      <dgm:spPr/>
    </dgm:pt>
    <dgm:pt modelId="{D3874EE0-C3A6-409E-ADAB-7E26EE6167B3}" type="pres">
      <dgm:prSet presAssocID="{832049A5-9451-47C5-ADE4-F7B82A21C45F}" presName="middle" presStyleCnt="0"/>
      <dgm:spPr/>
    </dgm:pt>
    <dgm:pt modelId="{20967A7E-BBD2-4736-A9CB-5FB77272A7CC}" type="pres">
      <dgm:prSet presAssocID="{832049A5-9451-47C5-ADE4-F7B82A21C45F}" presName="parTxMid" presStyleLbl="revTx" presStyleIdx="5" presStyleCnt="6"/>
      <dgm:spPr/>
    </dgm:pt>
    <dgm:pt modelId="{129767DF-C916-4AF1-976B-65D31EFD814E}" type="pres">
      <dgm:prSet presAssocID="{832049A5-9451-47C5-ADE4-F7B82A21C45F}" presName="spMid" presStyleCnt="0"/>
      <dgm:spPr/>
    </dgm:pt>
    <dgm:pt modelId="{ADAD00FB-71CE-471D-A123-D3AEDA7FDFBA}" type="pres">
      <dgm:prSet presAssocID="{57304E09-1758-46B2-A326-393FBD8E8120}" presName="chevronComposite1" presStyleCnt="0"/>
      <dgm:spPr/>
    </dgm:pt>
    <dgm:pt modelId="{71C02DB2-3D85-41DC-A932-8D4ECDF56751}" type="pres">
      <dgm:prSet presAssocID="{57304E09-1758-46B2-A326-393FBD8E8120}" presName="chevron1" presStyleLbl="sibTrans2D1" presStyleIdx="5" presStyleCnt="6"/>
      <dgm:spPr/>
    </dgm:pt>
    <dgm:pt modelId="{03723E90-54E5-466E-9DF4-CCC1697967DC}" type="pres">
      <dgm:prSet presAssocID="{57304E09-1758-46B2-A326-393FBD8E8120}" presName="spChevron1" presStyleCnt="0"/>
      <dgm:spPr/>
    </dgm:pt>
    <dgm:pt modelId="{0ACAF6C2-7C12-421C-82FB-974B1ABCD327}" type="pres">
      <dgm:prSet presAssocID="{C54EB4C4-B044-47D0-A0CA-A585D9451BE4}" presName="last" presStyleCnt="0"/>
      <dgm:spPr/>
    </dgm:pt>
    <dgm:pt modelId="{1C3E20C8-69BC-43AB-85B0-7F42571B7B57}" type="pres">
      <dgm:prSet presAssocID="{C54EB4C4-B044-47D0-A0CA-A585D9451BE4}" presName="circleTx" presStyleLbl="node1" presStyleIdx="18" presStyleCnt="19" custScaleX="150786" custScaleY="109370"/>
      <dgm:spPr/>
    </dgm:pt>
    <dgm:pt modelId="{577AC8FD-1944-455E-B528-2A7BA0B01068}" type="pres">
      <dgm:prSet presAssocID="{C54EB4C4-B044-47D0-A0CA-A585D9451BE4}" presName="spN" presStyleCnt="0"/>
      <dgm:spPr/>
    </dgm:pt>
  </dgm:ptLst>
  <dgm:cxnLst>
    <dgm:cxn modelId="{55A9641F-02BF-49DD-B706-D1CCE9926D68}" type="presOf" srcId="{0DE7F9BC-9E6E-496B-9784-4848BE6E898C}" destId="{49D4F63C-3C11-439A-B4F7-4E990C07BCFB}" srcOrd="0" destOrd="0" presId="urn:microsoft.com/office/officeart/2009/3/layout/RandomtoResultProcess"/>
    <dgm:cxn modelId="{D7A5F321-8AC2-4E5D-AE94-406602C90285}" type="presOf" srcId="{ECFDDCA2-6AAD-459B-9946-6624EE0CE536}" destId="{46445F0B-ABC6-46F9-8215-D91DD2341343}" srcOrd="0" destOrd="0" presId="urn:microsoft.com/office/officeart/2009/3/layout/RandomtoResultProcess"/>
    <dgm:cxn modelId="{A775B932-6D7A-43E2-AD08-833FD290C829}" srcId="{4807EF6E-959E-45D0-8D77-3290F5AF7E2F}" destId="{ECFDDCA2-6AAD-459B-9946-6624EE0CE536}" srcOrd="4" destOrd="0" parTransId="{1A83CA75-BDB3-49B3-BD68-E049B986931E}" sibTransId="{74730B5A-72A3-4959-BD85-97D16FD6722E}"/>
    <dgm:cxn modelId="{EF7ADC5D-B879-4FCC-B2A0-D5ADD5757F3A}" type="presOf" srcId="{E3B8E8F2-4E52-4DE8-B2CE-0FCD5A063E9B}" destId="{C14260A1-D3BD-4FBF-B799-FC5690E1D00B}" srcOrd="0" destOrd="0" presId="urn:microsoft.com/office/officeart/2009/3/layout/RandomtoResultProcess"/>
    <dgm:cxn modelId="{9FF81B90-E909-496F-A755-14AF126AE7BE}" srcId="{4807EF6E-959E-45D0-8D77-3290F5AF7E2F}" destId="{36F5594C-DC7C-4526-A907-3CF400FF9B4B}" srcOrd="1" destOrd="0" parTransId="{5050B457-53AE-4925-9E1B-CD427A485FCA}" sibTransId="{1CF398F4-27A7-4718-ACE0-066994D4CE61}"/>
    <dgm:cxn modelId="{5E9A3E94-2498-4F1D-BD45-24DACBF0B4A3}" srcId="{4807EF6E-959E-45D0-8D77-3290F5AF7E2F}" destId="{C54EB4C4-B044-47D0-A0CA-A585D9451BE4}" srcOrd="6" destOrd="0" parTransId="{F31221F8-3C71-40C7-9537-C5680A003502}" sibTransId="{B6346AD1-A59C-4419-A09A-40A4B07F8951}"/>
    <dgm:cxn modelId="{3AF8ACA0-82A4-4506-85FD-71323F21FA96}" type="presOf" srcId="{36F5594C-DC7C-4526-A907-3CF400FF9B4B}" destId="{42F74C33-0341-45E0-8A59-B9C0561CEF3D}" srcOrd="0" destOrd="0" presId="urn:microsoft.com/office/officeart/2009/3/layout/RandomtoResultProcess"/>
    <dgm:cxn modelId="{08FB7DB0-AB7E-4B66-B089-74581E8651A4}" srcId="{4807EF6E-959E-45D0-8D77-3290F5AF7E2F}" destId="{4DE8BDCD-3AB2-47FC-9666-B1F0E6D61DCF}" srcOrd="2" destOrd="0" parTransId="{3A3400AF-E362-474D-83D8-168D5F71B215}" sibTransId="{D09DFE97-0179-40BA-BEE2-766BB1459EC8}"/>
    <dgm:cxn modelId="{C966F6BB-271E-4AAA-97E8-406A95E0002D}" type="presOf" srcId="{4807EF6E-959E-45D0-8D77-3290F5AF7E2F}" destId="{56907CA7-1C2C-4F3B-90D3-4F82A1D5BACD}" srcOrd="0" destOrd="0" presId="urn:microsoft.com/office/officeart/2009/3/layout/RandomtoResultProcess"/>
    <dgm:cxn modelId="{FAEF9DC5-B47F-436F-AD57-99915BBFA388}" type="presOf" srcId="{C54EB4C4-B044-47D0-A0CA-A585D9451BE4}" destId="{1C3E20C8-69BC-43AB-85B0-7F42571B7B57}" srcOrd="0" destOrd="0" presId="urn:microsoft.com/office/officeart/2009/3/layout/RandomtoResultProcess"/>
    <dgm:cxn modelId="{BFDA0DD5-FE24-41F9-B777-C05DEE4DE82E}" srcId="{4807EF6E-959E-45D0-8D77-3290F5AF7E2F}" destId="{832049A5-9451-47C5-ADE4-F7B82A21C45F}" srcOrd="5" destOrd="0" parTransId="{DD2D046A-91A6-493F-A04B-7A329BA85B44}" sibTransId="{57304E09-1758-46B2-A326-393FBD8E8120}"/>
    <dgm:cxn modelId="{5639C9D9-6424-4749-93BA-32DE32FF0862}" srcId="{4807EF6E-959E-45D0-8D77-3290F5AF7E2F}" destId="{0DE7F9BC-9E6E-496B-9784-4848BE6E898C}" srcOrd="3" destOrd="0" parTransId="{C2221E63-9844-4000-ADFB-1AB5401A4F9F}" sibTransId="{636C2B4F-F4B6-4DB8-B4F4-350D084FCC7D}"/>
    <dgm:cxn modelId="{52B66EDC-9B79-4827-A7CE-0CA8CC9619DF}" type="presOf" srcId="{4DE8BDCD-3AB2-47FC-9666-B1F0E6D61DCF}" destId="{69576A8F-F696-4295-A26A-5266E7FE27E8}" srcOrd="0" destOrd="0" presId="urn:microsoft.com/office/officeart/2009/3/layout/RandomtoResultProcess"/>
    <dgm:cxn modelId="{48EE4AE4-7F1B-4CFB-BF0B-97AA4FBFF12A}" srcId="{4807EF6E-959E-45D0-8D77-3290F5AF7E2F}" destId="{E3B8E8F2-4E52-4DE8-B2CE-0FCD5A063E9B}" srcOrd="0" destOrd="0" parTransId="{3F90938F-0EA7-4B62-8969-82E6D27F4988}" sibTransId="{5EE4D704-94A9-43D5-8D0E-17ABD74291FD}"/>
    <dgm:cxn modelId="{BE3B8EF8-3799-4771-BB2B-98ABBF897456}" type="presOf" srcId="{832049A5-9451-47C5-ADE4-F7B82A21C45F}" destId="{20967A7E-BBD2-4736-A9CB-5FB77272A7CC}" srcOrd="0" destOrd="0" presId="urn:microsoft.com/office/officeart/2009/3/layout/RandomtoResultProcess"/>
    <dgm:cxn modelId="{FC474E4A-AB53-4BC7-945C-811BDDBFD68A}" type="presParOf" srcId="{56907CA7-1C2C-4F3B-90D3-4F82A1D5BACD}" destId="{ACAEE7C4-EE81-4AB4-824C-9C7854815735}" srcOrd="0" destOrd="0" presId="urn:microsoft.com/office/officeart/2009/3/layout/RandomtoResultProcess"/>
    <dgm:cxn modelId="{A11297AB-8E3D-4A23-9462-9B8AE85835F7}" type="presParOf" srcId="{ACAEE7C4-EE81-4AB4-824C-9C7854815735}" destId="{C14260A1-D3BD-4FBF-B799-FC5690E1D00B}" srcOrd="0" destOrd="0" presId="urn:microsoft.com/office/officeart/2009/3/layout/RandomtoResultProcess"/>
    <dgm:cxn modelId="{DF56F518-D816-4230-A85A-B954063402BD}" type="presParOf" srcId="{ACAEE7C4-EE81-4AB4-824C-9C7854815735}" destId="{E5E47F86-B72D-40F8-8912-F4C82085E439}" srcOrd="1" destOrd="0" presId="urn:microsoft.com/office/officeart/2009/3/layout/RandomtoResultProcess"/>
    <dgm:cxn modelId="{71069B63-EBDF-4436-9F40-8E5FCE21BD03}" type="presParOf" srcId="{ACAEE7C4-EE81-4AB4-824C-9C7854815735}" destId="{496B46E9-BD82-4F9C-803C-C2F54A3E1E5B}" srcOrd="2" destOrd="0" presId="urn:microsoft.com/office/officeart/2009/3/layout/RandomtoResultProcess"/>
    <dgm:cxn modelId="{196DD788-9149-4224-88A2-D460E1202FEE}" type="presParOf" srcId="{ACAEE7C4-EE81-4AB4-824C-9C7854815735}" destId="{FF6FF602-8E18-4171-B87E-2144CE804D46}" srcOrd="3" destOrd="0" presId="urn:microsoft.com/office/officeart/2009/3/layout/RandomtoResultProcess"/>
    <dgm:cxn modelId="{6FE868E5-162C-4B20-B089-5D50F2A7C00E}" type="presParOf" srcId="{ACAEE7C4-EE81-4AB4-824C-9C7854815735}" destId="{37080576-5517-4012-A398-F456577A175F}" srcOrd="4" destOrd="0" presId="urn:microsoft.com/office/officeart/2009/3/layout/RandomtoResultProcess"/>
    <dgm:cxn modelId="{ACA82C59-D38D-412E-9F12-8109FA38A65B}" type="presParOf" srcId="{ACAEE7C4-EE81-4AB4-824C-9C7854815735}" destId="{D6B847D0-E5A3-4A71-BF5C-C9E4F353018D}" srcOrd="5" destOrd="0" presId="urn:microsoft.com/office/officeart/2009/3/layout/RandomtoResultProcess"/>
    <dgm:cxn modelId="{13F2F96B-A224-4671-A7F8-F2080C97B702}" type="presParOf" srcId="{ACAEE7C4-EE81-4AB4-824C-9C7854815735}" destId="{2C7F2173-5974-41C7-A1C0-9A8910293FAA}" srcOrd="6" destOrd="0" presId="urn:microsoft.com/office/officeart/2009/3/layout/RandomtoResultProcess"/>
    <dgm:cxn modelId="{4858BDFA-4380-4868-8032-9DDBE6F35482}" type="presParOf" srcId="{ACAEE7C4-EE81-4AB4-824C-9C7854815735}" destId="{AC3AB47B-FE80-4880-B117-1B951503AC95}" srcOrd="7" destOrd="0" presId="urn:microsoft.com/office/officeart/2009/3/layout/RandomtoResultProcess"/>
    <dgm:cxn modelId="{117E249D-7590-43BF-A1A8-C57A01BEC2D8}" type="presParOf" srcId="{ACAEE7C4-EE81-4AB4-824C-9C7854815735}" destId="{EC7D8422-941E-41ED-982F-964CA3D63398}" srcOrd="8" destOrd="0" presId="urn:microsoft.com/office/officeart/2009/3/layout/RandomtoResultProcess"/>
    <dgm:cxn modelId="{23BD5BCA-CFCD-4A0E-B831-64E6FB5DA485}" type="presParOf" srcId="{ACAEE7C4-EE81-4AB4-824C-9C7854815735}" destId="{A8CEBC3F-4186-4C04-A53F-43BF35E38B91}" srcOrd="9" destOrd="0" presId="urn:microsoft.com/office/officeart/2009/3/layout/RandomtoResultProcess"/>
    <dgm:cxn modelId="{9543CF63-C5FC-491B-B642-26E7BA81C4C3}" type="presParOf" srcId="{ACAEE7C4-EE81-4AB4-824C-9C7854815735}" destId="{C4B36C21-986B-4094-9DA8-40126E7D7F8A}" srcOrd="10" destOrd="0" presId="urn:microsoft.com/office/officeart/2009/3/layout/RandomtoResultProcess"/>
    <dgm:cxn modelId="{D690206C-A14B-47DD-B71C-242090E7E99D}" type="presParOf" srcId="{ACAEE7C4-EE81-4AB4-824C-9C7854815735}" destId="{C8E21D7E-0856-4946-9DE2-E129DF29B7DD}" srcOrd="11" destOrd="0" presId="urn:microsoft.com/office/officeart/2009/3/layout/RandomtoResultProcess"/>
    <dgm:cxn modelId="{6F4F9EDC-3E40-4148-9A90-6DBEC78F7F76}" type="presParOf" srcId="{ACAEE7C4-EE81-4AB4-824C-9C7854815735}" destId="{BF51DBD5-7549-4262-8A20-496E308C772C}" srcOrd="12" destOrd="0" presId="urn:microsoft.com/office/officeart/2009/3/layout/RandomtoResultProcess"/>
    <dgm:cxn modelId="{FFD6F5DD-2A70-4C03-9F16-2CF6B72C8367}" type="presParOf" srcId="{ACAEE7C4-EE81-4AB4-824C-9C7854815735}" destId="{75F3FB79-A176-449F-8D43-89D7657395E6}" srcOrd="13" destOrd="0" presId="urn:microsoft.com/office/officeart/2009/3/layout/RandomtoResultProcess"/>
    <dgm:cxn modelId="{DFCB6289-4196-44F7-A3CC-FB31670B6E61}" type="presParOf" srcId="{ACAEE7C4-EE81-4AB4-824C-9C7854815735}" destId="{1F2CCE29-FB0D-4D91-BAD7-9EF6C0BBE740}" srcOrd="14" destOrd="0" presId="urn:microsoft.com/office/officeart/2009/3/layout/RandomtoResultProcess"/>
    <dgm:cxn modelId="{707AE539-AA2E-4F4D-ABC3-B70C92AD0B72}" type="presParOf" srcId="{ACAEE7C4-EE81-4AB4-824C-9C7854815735}" destId="{EB2597C4-A203-4E6B-9AA2-4159A9BE1A99}" srcOrd="15" destOrd="0" presId="urn:microsoft.com/office/officeart/2009/3/layout/RandomtoResultProcess"/>
    <dgm:cxn modelId="{E26DCE4C-F12C-4647-9731-611DB42BC961}" type="presParOf" srcId="{ACAEE7C4-EE81-4AB4-824C-9C7854815735}" destId="{326A5B44-3EB4-4E39-88F2-AF1C8A6426AA}" srcOrd="16" destOrd="0" presId="urn:microsoft.com/office/officeart/2009/3/layout/RandomtoResultProcess"/>
    <dgm:cxn modelId="{357676FA-8D43-4FA7-BE6B-BEFB2FFC33D0}" type="presParOf" srcId="{ACAEE7C4-EE81-4AB4-824C-9C7854815735}" destId="{AA4C21FF-BA57-4EDD-99DB-94C3199CB5E2}" srcOrd="17" destOrd="0" presId="urn:microsoft.com/office/officeart/2009/3/layout/RandomtoResultProcess"/>
    <dgm:cxn modelId="{A9FFD594-0E59-4359-A1C4-6584E46FE418}" type="presParOf" srcId="{ACAEE7C4-EE81-4AB4-824C-9C7854815735}" destId="{71C0A6CB-B07F-4C88-AECF-17735443CCB4}" srcOrd="18" destOrd="0" presId="urn:microsoft.com/office/officeart/2009/3/layout/RandomtoResultProcess"/>
    <dgm:cxn modelId="{CFC755E5-DDAE-44DB-B861-25A609B5D9C8}" type="presParOf" srcId="{56907CA7-1C2C-4F3B-90D3-4F82A1D5BACD}" destId="{88E9DB99-837C-489C-98F0-63B4D60BF5E3}" srcOrd="1" destOrd="0" presId="urn:microsoft.com/office/officeart/2009/3/layout/RandomtoResultProcess"/>
    <dgm:cxn modelId="{D58CECA7-F135-431C-AAD0-BBD5DF163BBB}" type="presParOf" srcId="{88E9DB99-837C-489C-98F0-63B4D60BF5E3}" destId="{BA52672A-F080-4936-8B7E-EF361C7D776B}" srcOrd="0" destOrd="0" presId="urn:microsoft.com/office/officeart/2009/3/layout/RandomtoResultProcess"/>
    <dgm:cxn modelId="{27B3A411-A4B9-4E29-BF32-6FE1ABEC3363}" type="presParOf" srcId="{88E9DB99-837C-489C-98F0-63B4D60BF5E3}" destId="{0860A792-88F7-4B17-81FA-C76DBB04E464}" srcOrd="1" destOrd="0" presId="urn:microsoft.com/office/officeart/2009/3/layout/RandomtoResultProcess"/>
    <dgm:cxn modelId="{B185FA48-2F99-4E3E-93ED-8859B09C5E7D}" type="presParOf" srcId="{56907CA7-1C2C-4F3B-90D3-4F82A1D5BACD}" destId="{E4E48118-28B0-4E4B-856D-8E26F3003CFE}" srcOrd="2" destOrd="0" presId="urn:microsoft.com/office/officeart/2009/3/layout/RandomtoResultProcess"/>
    <dgm:cxn modelId="{42BF6743-1CCF-461F-A4BE-D6B30F5CEA05}" type="presParOf" srcId="{E4E48118-28B0-4E4B-856D-8E26F3003CFE}" destId="{42F74C33-0341-45E0-8A59-B9C0561CEF3D}" srcOrd="0" destOrd="0" presId="urn:microsoft.com/office/officeart/2009/3/layout/RandomtoResultProcess"/>
    <dgm:cxn modelId="{BCEA8CD9-262A-4D15-A837-0746B3A81256}" type="presParOf" srcId="{E4E48118-28B0-4E4B-856D-8E26F3003CFE}" destId="{B7A5DD79-381C-44F1-B780-CE1D85F3DDDE}" srcOrd="1" destOrd="0" presId="urn:microsoft.com/office/officeart/2009/3/layout/RandomtoResultProcess"/>
    <dgm:cxn modelId="{A631ABE4-5ED6-4FD4-BC95-EEA5941E2755}" type="presParOf" srcId="{56907CA7-1C2C-4F3B-90D3-4F82A1D5BACD}" destId="{8CBC92FD-09B8-45D1-AC56-E206CC922F50}" srcOrd="3" destOrd="0" presId="urn:microsoft.com/office/officeart/2009/3/layout/RandomtoResultProcess"/>
    <dgm:cxn modelId="{D7BC3BA7-929F-44C3-B2FA-A165F108BC4C}" type="presParOf" srcId="{8CBC92FD-09B8-45D1-AC56-E206CC922F50}" destId="{C2F1F13A-99C3-47A2-9513-E2DFC42D4731}" srcOrd="0" destOrd="0" presId="urn:microsoft.com/office/officeart/2009/3/layout/RandomtoResultProcess"/>
    <dgm:cxn modelId="{4B8F3616-D119-40FC-9A40-C1FE007F7AF9}" type="presParOf" srcId="{8CBC92FD-09B8-45D1-AC56-E206CC922F50}" destId="{FEC0C07D-33E0-46CB-8546-F6E4E7AA1E08}" srcOrd="1" destOrd="0" presId="urn:microsoft.com/office/officeart/2009/3/layout/RandomtoResultProcess"/>
    <dgm:cxn modelId="{86F8C735-5314-4286-8BB9-BB843D53268F}" type="presParOf" srcId="{56907CA7-1C2C-4F3B-90D3-4F82A1D5BACD}" destId="{890F4B09-F6CF-4575-BD01-83237D2F8012}" srcOrd="4" destOrd="0" presId="urn:microsoft.com/office/officeart/2009/3/layout/RandomtoResultProcess"/>
    <dgm:cxn modelId="{91696E2B-B41F-4551-B5A8-133AE584509C}" type="presParOf" srcId="{890F4B09-F6CF-4575-BD01-83237D2F8012}" destId="{69576A8F-F696-4295-A26A-5266E7FE27E8}" srcOrd="0" destOrd="0" presId="urn:microsoft.com/office/officeart/2009/3/layout/RandomtoResultProcess"/>
    <dgm:cxn modelId="{0ADBF76A-2FF2-4C11-8D44-CDD9EE1A9352}" type="presParOf" srcId="{890F4B09-F6CF-4575-BD01-83237D2F8012}" destId="{2F30E0CA-2DED-4D1B-8C3E-79D2830D2C2D}" srcOrd="1" destOrd="0" presId="urn:microsoft.com/office/officeart/2009/3/layout/RandomtoResultProcess"/>
    <dgm:cxn modelId="{7D789730-6594-4385-93F6-16C46C741B30}" type="presParOf" srcId="{56907CA7-1C2C-4F3B-90D3-4F82A1D5BACD}" destId="{EC639C6F-44C5-4CA5-934D-E03F92286D39}" srcOrd="5" destOrd="0" presId="urn:microsoft.com/office/officeart/2009/3/layout/RandomtoResultProcess"/>
    <dgm:cxn modelId="{1A9D322B-FA45-41AC-9ABA-9F0120D7E955}" type="presParOf" srcId="{EC639C6F-44C5-4CA5-934D-E03F92286D39}" destId="{2D7802C1-0B29-4976-97E0-51AC3096DF4A}" srcOrd="0" destOrd="0" presId="urn:microsoft.com/office/officeart/2009/3/layout/RandomtoResultProcess"/>
    <dgm:cxn modelId="{229BDCAE-BBC9-47BF-B545-9DD1A8ED8BB9}" type="presParOf" srcId="{EC639C6F-44C5-4CA5-934D-E03F92286D39}" destId="{8A00994A-714C-44EC-91D1-7854314825C6}" srcOrd="1" destOrd="0" presId="urn:microsoft.com/office/officeart/2009/3/layout/RandomtoResultProcess"/>
    <dgm:cxn modelId="{E19C6DE0-4798-4298-B6BF-FBD2BEB8103F}" type="presParOf" srcId="{56907CA7-1C2C-4F3B-90D3-4F82A1D5BACD}" destId="{A3A2C5FA-4C0B-4DB9-8256-2F7AAF711DBD}" srcOrd="6" destOrd="0" presId="urn:microsoft.com/office/officeart/2009/3/layout/RandomtoResultProcess"/>
    <dgm:cxn modelId="{7FB9AA2A-059C-4C48-B15D-B3F7517FD8FA}" type="presParOf" srcId="{A3A2C5FA-4C0B-4DB9-8256-2F7AAF711DBD}" destId="{49D4F63C-3C11-439A-B4F7-4E990C07BCFB}" srcOrd="0" destOrd="0" presId="urn:microsoft.com/office/officeart/2009/3/layout/RandomtoResultProcess"/>
    <dgm:cxn modelId="{4037C0A2-277A-43A8-942A-F3BC76CF8CF1}" type="presParOf" srcId="{A3A2C5FA-4C0B-4DB9-8256-2F7AAF711DBD}" destId="{9A30C29A-93A8-4B89-8D11-B8818DE46174}" srcOrd="1" destOrd="0" presId="urn:microsoft.com/office/officeart/2009/3/layout/RandomtoResultProcess"/>
    <dgm:cxn modelId="{F704B0A2-A822-4181-8B99-7EAD2C3D2070}" type="presParOf" srcId="{56907CA7-1C2C-4F3B-90D3-4F82A1D5BACD}" destId="{1A53D932-8A0F-47CC-9EC1-391A2F490355}" srcOrd="7" destOrd="0" presId="urn:microsoft.com/office/officeart/2009/3/layout/RandomtoResultProcess"/>
    <dgm:cxn modelId="{277DBC7F-864E-4DF7-9024-F50B6A2CC51C}" type="presParOf" srcId="{1A53D932-8A0F-47CC-9EC1-391A2F490355}" destId="{6993E951-C94E-4B4F-B7FF-DDF06B26AA57}" srcOrd="0" destOrd="0" presId="urn:microsoft.com/office/officeart/2009/3/layout/RandomtoResultProcess"/>
    <dgm:cxn modelId="{CB79C844-47CC-4DC3-BC20-E5FFC042458F}" type="presParOf" srcId="{1A53D932-8A0F-47CC-9EC1-391A2F490355}" destId="{1293C6C2-930E-4DB8-966F-61B205FFDBC7}" srcOrd="1" destOrd="0" presId="urn:microsoft.com/office/officeart/2009/3/layout/RandomtoResultProcess"/>
    <dgm:cxn modelId="{267C802F-0910-44BF-B644-4CF83AEF71F1}" type="presParOf" srcId="{56907CA7-1C2C-4F3B-90D3-4F82A1D5BACD}" destId="{936C794F-FAE7-4CBD-AA70-D7BABA6B4165}" srcOrd="8" destOrd="0" presId="urn:microsoft.com/office/officeart/2009/3/layout/RandomtoResultProcess"/>
    <dgm:cxn modelId="{E144D327-4FD1-45A6-A5DE-A362D50D8593}" type="presParOf" srcId="{936C794F-FAE7-4CBD-AA70-D7BABA6B4165}" destId="{46445F0B-ABC6-46F9-8215-D91DD2341343}" srcOrd="0" destOrd="0" presId="urn:microsoft.com/office/officeart/2009/3/layout/RandomtoResultProcess"/>
    <dgm:cxn modelId="{0430524D-E647-4ACF-B441-07562F491349}" type="presParOf" srcId="{936C794F-FAE7-4CBD-AA70-D7BABA6B4165}" destId="{12C78062-F4A8-46FA-8F87-1B5ACC2C0BF5}" srcOrd="1" destOrd="0" presId="urn:microsoft.com/office/officeart/2009/3/layout/RandomtoResultProcess"/>
    <dgm:cxn modelId="{68667F27-202C-404F-872B-733B8A83BEC1}" type="presParOf" srcId="{56907CA7-1C2C-4F3B-90D3-4F82A1D5BACD}" destId="{D6294891-B4EE-482E-BBC4-FA903ECD0E1D}" srcOrd="9" destOrd="0" presId="urn:microsoft.com/office/officeart/2009/3/layout/RandomtoResultProcess"/>
    <dgm:cxn modelId="{1A88A78E-C8C1-4BFD-8CAE-A3BCBFEDC2B5}" type="presParOf" srcId="{D6294891-B4EE-482E-BBC4-FA903ECD0E1D}" destId="{CBB7FE0D-66F1-49E8-BBB1-38F8BE795367}" srcOrd="0" destOrd="0" presId="urn:microsoft.com/office/officeart/2009/3/layout/RandomtoResultProcess"/>
    <dgm:cxn modelId="{DDCD0907-7D6E-47A3-8F48-14B8EDD4790A}" type="presParOf" srcId="{D6294891-B4EE-482E-BBC4-FA903ECD0E1D}" destId="{0C5AFA06-F78C-4D4C-8C34-D030F6E3EB48}" srcOrd="1" destOrd="0" presId="urn:microsoft.com/office/officeart/2009/3/layout/RandomtoResultProcess"/>
    <dgm:cxn modelId="{A9848675-6FF8-4370-9D9C-05BC7636AAC0}" type="presParOf" srcId="{56907CA7-1C2C-4F3B-90D3-4F82A1D5BACD}" destId="{D3874EE0-C3A6-409E-ADAB-7E26EE6167B3}" srcOrd="10" destOrd="0" presId="urn:microsoft.com/office/officeart/2009/3/layout/RandomtoResultProcess"/>
    <dgm:cxn modelId="{BD03BDDB-4A0D-4AC6-A1B5-5CFA6FD255D4}" type="presParOf" srcId="{D3874EE0-C3A6-409E-ADAB-7E26EE6167B3}" destId="{20967A7E-BBD2-4736-A9CB-5FB77272A7CC}" srcOrd="0" destOrd="0" presId="urn:microsoft.com/office/officeart/2009/3/layout/RandomtoResultProcess"/>
    <dgm:cxn modelId="{BCE208FF-80CA-4833-9EC7-AFA11D81C354}" type="presParOf" srcId="{D3874EE0-C3A6-409E-ADAB-7E26EE6167B3}" destId="{129767DF-C916-4AF1-976B-65D31EFD814E}" srcOrd="1" destOrd="0" presId="urn:microsoft.com/office/officeart/2009/3/layout/RandomtoResultProcess"/>
    <dgm:cxn modelId="{EEB4BFBF-8317-4341-960A-4B4D52EAC22E}" type="presParOf" srcId="{56907CA7-1C2C-4F3B-90D3-4F82A1D5BACD}" destId="{ADAD00FB-71CE-471D-A123-D3AEDA7FDFBA}" srcOrd="11" destOrd="0" presId="urn:microsoft.com/office/officeart/2009/3/layout/RandomtoResultProcess"/>
    <dgm:cxn modelId="{EF0145AF-C2EE-4C86-87B3-75622E069505}" type="presParOf" srcId="{ADAD00FB-71CE-471D-A123-D3AEDA7FDFBA}" destId="{71C02DB2-3D85-41DC-A932-8D4ECDF56751}" srcOrd="0" destOrd="0" presId="urn:microsoft.com/office/officeart/2009/3/layout/RandomtoResultProcess"/>
    <dgm:cxn modelId="{3F3C0696-ECA8-453C-940A-1D7E50E1516F}" type="presParOf" srcId="{ADAD00FB-71CE-471D-A123-D3AEDA7FDFBA}" destId="{03723E90-54E5-466E-9DF4-CCC1697967DC}" srcOrd="1" destOrd="0" presId="urn:microsoft.com/office/officeart/2009/3/layout/RandomtoResultProcess"/>
    <dgm:cxn modelId="{B5FE8126-B56C-4D36-A760-D354CB75BA94}" type="presParOf" srcId="{56907CA7-1C2C-4F3B-90D3-4F82A1D5BACD}" destId="{0ACAF6C2-7C12-421C-82FB-974B1ABCD327}" srcOrd="12" destOrd="0" presId="urn:microsoft.com/office/officeart/2009/3/layout/RandomtoResultProcess"/>
    <dgm:cxn modelId="{88B7B573-81DE-497F-9D78-528B21658CA9}" type="presParOf" srcId="{0ACAF6C2-7C12-421C-82FB-974B1ABCD327}" destId="{1C3E20C8-69BC-43AB-85B0-7F42571B7B57}" srcOrd="0" destOrd="0" presId="urn:microsoft.com/office/officeart/2009/3/layout/RandomtoResultProcess"/>
    <dgm:cxn modelId="{6072B33E-4650-47B1-836D-BA9B8592BD52}" type="presParOf" srcId="{0ACAF6C2-7C12-421C-82FB-974B1ABCD327}" destId="{577AC8FD-1944-455E-B528-2A7BA0B01068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D0395-E4D4-488F-B4CE-5C504D483DA9}">
      <dsp:nvSpPr>
        <dsp:cNvPr id="0" name=""/>
        <dsp:cNvSpPr/>
      </dsp:nvSpPr>
      <dsp:spPr>
        <a:xfrm>
          <a:off x="285080" y="1007"/>
          <a:ext cx="1013291" cy="10132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0ACC4-6F54-4333-ACD4-85BC51C06CF2}">
      <dsp:nvSpPr>
        <dsp:cNvPr id="0" name=""/>
        <dsp:cNvSpPr/>
      </dsp:nvSpPr>
      <dsp:spPr>
        <a:xfrm>
          <a:off x="438404" y="216955"/>
          <a:ext cx="581396" cy="5813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1013C-FE85-4407-8D24-1072D0D7F79A}">
      <dsp:nvSpPr>
        <dsp:cNvPr id="0" name=""/>
        <dsp:cNvSpPr/>
      </dsp:nvSpPr>
      <dsp:spPr>
        <a:xfrm>
          <a:off x="2" y="1211971"/>
          <a:ext cx="1661132" cy="955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The retailer offers a wide variety of grocery items, but not all products contribute significantly to revenue or customer demand. </a:t>
          </a:r>
        </a:p>
      </dsp:txBody>
      <dsp:txXfrm>
        <a:off x="2" y="1211971"/>
        <a:ext cx="1661132" cy="955151"/>
      </dsp:txXfrm>
    </dsp:sp>
    <dsp:sp modelId="{E79BE83B-879B-4DC6-8C48-58B66BBA3624}">
      <dsp:nvSpPr>
        <dsp:cNvPr id="0" name=""/>
        <dsp:cNvSpPr/>
      </dsp:nvSpPr>
      <dsp:spPr>
        <a:xfrm>
          <a:off x="2734376" y="1007"/>
          <a:ext cx="1013291" cy="10132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8C7EF-A2C3-4CE6-8194-6B1B9D5649DF}">
      <dsp:nvSpPr>
        <dsp:cNvPr id="0" name=""/>
        <dsp:cNvSpPr/>
      </dsp:nvSpPr>
      <dsp:spPr>
        <a:xfrm>
          <a:off x="2950323" y="216955"/>
          <a:ext cx="581396" cy="5813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25A18-58CD-42BD-9EEB-B729BC3CCC38}">
      <dsp:nvSpPr>
        <dsp:cNvPr id="0" name=""/>
        <dsp:cNvSpPr/>
      </dsp:nvSpPr>
      <dsp:spPr>
        <a:xfrm>
          <a:off x="2410455" y="1231609"/>
          <a:ext cx="1661132" cy="955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Managing an extensive inventory leads to high costs and operational inefficiencies. </a:t>
          </a:r>
        </a:p>
      </dsp:txBody>
      <dsp:txXfrm>
        <a:off x="2410455" y="1231609"/>
        <a:ext cx="1661132" cy="955151"/>
      </dsp:txXfrm>
    </dsp:sp>
    <dsp:sp modelId="{2849DA5A-F55A-4625-8BEA-80FA2A87ACEC}">
      <dsp:nvSpPr>
        <dsp:cNvPr id="0" name=""/>
        <dsp:cNvSpPr/>
      </dsp:nvSpPr>
      <dsp:spPr>
        <a:xfrm>
          <a:off x="1758460" y="2700348"/>
          <a:ext cx="1013291" cy="10132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4D851-92A3-488A-85B8-82243CF76922}">
      <dsp:nvSpPr>
        <dsp:cNvPr id="0" name=""/>
        <dsp:cNvSpPr/>
      </dsp:nvSpPr>
      <dsp:spPr>
        <a:xfrm>
          <a:off x="1974408" y="2916295"/>
          <a:ext cx="581396" cy="5813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AC7BD-8CC7-497B-A99B-0C9A57A95258}">
      <dsp:nvSpPr>
        <dsp:cNvPr id="0" name=""/>
        <dsp:cNvSpPr/>
      </dsp:nvSpPr>
      <dsp:spPr>
        <a:xfrm>
          <a:off x="1434540" y="3891646"/>
          <a:ext cx="1661132" cy="955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By rationalizing the assortment, the retailer can enhance store profitability and improve customer experience.</a:t>
          </a:r>
        </a:p>
      </dsp:txBody>
      <dsp:txXfrm>
        <a:off x="1434540" y="3891646"/>
        <a:ext cx="1661132" cy="955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260A1-D3BD-4FBF-B799-FC5690E1D00B}">
      <dsp:nvSpPr>
        <dsp:cNvPr id="0" name=""/>
        <dsp:cNvSpPr/>
      </dsp:nvSpPr>
      <dsp:spPr>
        <a:xfrm>
          <a:off x="84377" y="1998370"/>
          <a:ext cx="1235077" cy="407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Data Familiarization</a:t>
          </a:r>
        </a:p>
      </dsp:txBody>
      <dsp:txXfrm>
        <a:off x="84377" y="1998370"/>
        <a:ext cx="1235077" cy="407014"/>
      </dsp:txXfrm>
    </dsp:sp>
    <dsp:sp modelId="{E5E47F86-B72D-40F8-8912-F4C82085E439}">
      <dsp:nvSpPr>
        <dsp:cNvPr id="0" name=""/>
        <dsp:cNvSpPr/>
      </dsp:nvSpPr>
      <dsp:spPr>
        <a:xfrm>
          <a:off x="82974" y="1874581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B46E9-BD82-4F9C-803C-C2F54A3E1E5B}">
      <dsp:nvSpPr>
        <dsp:cNvPr id="0" name=""/>
        <dsp:cNvSpPr/>
      </dsp:nvSpPr>
      <dsp:spPr>
        <a:xfrm>
          <a:off x="151745" y="1737039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FF602-8E18-4171-B87E-2144CE804D46}">
      <dsp:nvSpPr>
        <dsp:cNvPr id="0" name=""/>
        <dsp:cNvSpPr/>
      </dsp:nvSpPr>
      <dsp:spPr>
        <a:xfrm>
          <a:off x="316796" y="1764547"/>
          <a:ext cx="154384" cy="1543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80576-5517-4012-A398-F456577A175F}">
      <dsp:nvSpPr>
        <dsp:cNvPr id="0" name=""/>
        <dsp:cNvSpPr/>
      </dsp:nvSpPr>
      <dsp:spPr>
        <a:xfrm>
          <a:off x="454339" y="1613250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847D0-E5A3-4A71-BF5C-C9E4F353018D}">
      <dsp:nvSpPr>
        <dsp:cNvPr id="0" name=""/>
        <dsp:cNvSpPr/>
      </dsp:nvSpPr>
      <dsp:spPr>
        <a:xfrm>
          <a:off x="633145" y="1558233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F2173-5974-41C7-A1C0-9A8910293FAA}">
      <dsp:nvSpPr>
        <dsp:cNvPr id="0" name=""/>
        <dsp:cNvSpPr/>
      </dsp:nvSpPr>
      <dsp:spPr>
        <a:xfrm>
          <a:off x="853213" y="1654513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AB47B-FE80-4880-B117-1B951503AC95}">
      <dsp:nvSpPr>
        <dsp:cNvPr id="0" name=""/>
        <dsp:cNvSpPr/>
      </dsp:nvSpPr>
      <dsp:spPr>
        <a:xfrm>
          <a:off x="990756" y="1723284"/>
          <a:ext cx="154384" cy="1543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D8422-941E-41ED-982F-964CA3D63398}">
      <dsp:nvSpPr>
        <dsp:cNvPr id="0" name=""/>
        <dsp:cNvSpPr/>
      </dsp:nvSpPr>
      <dsp:spPr>
        <a:xfrm>
          <a:off x="1183316" y="1874581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EBC3F-4186-4C04-A53F-43BF35E38B91}">
      <dsp:nvSpPr>
        <dsp:cNvPr id="0" name=""/>
        <dsp:cNvSpPr/>
      </dsp:nvSpPr>
      <dsp:spPr>
        <a:xfrm>
          <a:off x="1265842" y="2025879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36C21-986B-4094-9DA8-40126E7D7F8A}">
      <dsp:nvSpPr>
        <dsp:cNvPr id="0" name=""/>
        <dsp:cNvSpPr/>
      </dsp:nvSpPr>
      <dsp:spPr>
        <a:xfrm>
          <a:off x="550619" y="1737039"/>
          <a:ext cx="252629" cy="2526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21D7E-0856-4946-9DE2-E129DF29B7DD}">
      <dsp:nvSpPr>
        <dsp:cNvPr id="0" name=""/>
        <dsp:cNvSpPr/>
      </dsp:nvSpPr>
      <dsp:spPr>
        <a:xfrm>
          <a:off x="14202" y="2259701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1DBD5-7549-4262-8A20-496E308C772C}">
      <dsp:nvSpPr>
        <dsp:cNvPr id="0" name=""/>
        <dsp:cNvSpPr/>
      </dsp:nvSpPr>
      <dsp:spPr>
        <a:xfrm>
          <a:off x="96728" y="2383490"/>
          <a:ext cx="154384" cy="1543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3FB79-A176-449F-8D43-89D7657395E6}">
      <dsp:nvSpPr>
        <dsp:cNvPr id="0" name=""/>
        <dsp:cNvSpPr/>
      </dsp:nvSpPr>
      <dsp:spPr>
        <a:xfrm>
          <a:off x="303042" y="2493524"/>
          <a:ext cx="224559" cy="2245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CCE29-FB0D-4D91-BAD7-9EF6C0BBE740}">
      <dsp:nvSpPr>
        <dsp:cNvPr id="0" name=""/>
        <dsp:cNvSpPr/>
      </dsp:nvSpPr>
      <dsp:spPr>
        <a:xfrm>
          <a:off x="591882" y="2672330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597C4-A203-4E6B-9AA2-4159A9BE1A99}">
      <dsp:nvSpPr>
        <dsp:cNvPr id="0" name=""/>
        <dsp:cNvSpPr/>
      </dsp:nvSpPr>
      <dsp:spPr>
        <a:xfrm>
          <a:off x="646899" y="2493524"/>
          <a:ext cx="154384" cy="1543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A5B44-3EB4-4E39-88F2-AF1C8A6426AA}">
      <dsp:nvSpPr>
        <dsp:cNvPr id="0" name=""/>
        <dsp:cNvSpPr/>
      </dsp:nvSpPr>
      <dsp:spPr>
        <a:xfrm>
          <a:off x="784442" y="2686084"/>
          <a:ext cx="98244" cy="98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4C21FF-BA57-4EDD-99DB-94C3199CB5E2}">
      <dsp:nvSpPr>
        <dsp:cNvPr id="0" name=""/>
        <dsp:cNvSpPr/>
      </dsp:nvSpPr>
      <dsp:spPr>
        <a:xfrm>
          <a:off x="908230" y="2466015"/>
          <a:ext cx="224559" cy="2245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0A6CB-B07F-4C88-AECF-17735443CCB4}">
      <dsp:nvSpPr>
        <dsp:cNvPr id="0" name=""/>
        <dsp:cNvSpPr/>
      </dsp:nvSpPr>
      <dsp:spPr>
        <a:xfrm>
          <a:off x="1210825" y="2410998"/>
          <a:ext cx="154384" cy="1543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52672A-F080-4936-8B7E-EF361C7D776B}">
      <dsp:nvSpPr>
        <dsp:cNvPr id="0" name=""/>
        <dsp:cNvSpPr/>
      </dsp:nvSpPr>
      <dsp:spPr>
        <a:xfrm>
          <a:off x="1365209" y="1764318"/>
          <a:ext cx="453406" cy="865601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74C33-0341-45E0-8A59-B9C0561CEF3D}">
      <dsp:nvSpPr>
        <dsp:cNvPr id="0" name=""/>
        <dsp:cNvSpPr/>
      </dsp:nvSpPr>
      <dsp:spPr>
        <a:xfrm>
          <a:off x="1818615" y="1764739"/>
          <a:ext cx="1236561" cy="865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Defining Analytical Metrics and KPI’s</a:t>
          </a:r>
        </a:p>
      </dsp:txBody>
      <dsp:txXfrm>
        <a:off x="1818615" y="1764739"/>
        <a:ext cx="1236561" cy="865593"/>
      </dsp:txXfrm>
    </dsp:sp>
    <dsp:sp modelId="{C2F1F13A-99C3-47A2-9513-E2DFC42D4731}">
      <dsp:nvSpPr>
        <dsp:cNvPr id="0" name=""/>
        <dsp:cNvSpPr/>
      </dsp:nvSpPr>
      <dsp:spPr>
        <a:xfrm>
          <a:off x="3055177" y="1764318"/>
          <a:ext cx="453406" cy="865601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76A8F-F696-4295-A26A-5266E7FE27E8}">
      <dsp:nvSpPr>
        <dsp:cNvPr id="0" name=""/>
        <dsp:cNvSpPr/>
      </dsp:nvSpPr>
      <dsp:spPr>
        <a:xfrm>
          <a:off x="3508583" y="1764739"/>
          <a:ext cx="1236561" cy="865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Data Cleaning</a:t>
          </a:r>
        </a:p>
      </dsp:txBody>
      <dsp:txXfrm>
        <a:off x="3508583" y="1764739"/>
        <a:ext cx="1236561" cy="865593"/>
      </dsp:txXfrm>
    </dsp:sp>
    <dsp:sp modelId="{2D7802C1-0B29-4976-97E0-51AC3096DF4A}">
      <dsp:nvSpPr>
        <dsp:cNvPr id="0" name=""/>
        <dsp:cNvSpPr/>
      </dsp:nvSpPr>
      <dsp:spPr>
        <a:xfrm>
          <a:off x="4745145" y="1764318"/>
          <a:ext cx="453406" cy="865601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4F63C-3C11-439A-B4F7-4E990C07BCFB}">
      <dsp:nvSpPr>
        <dsp:cNvPr id="0" name=""/>
        <dsp:cNvSpPr/>
      </dsp:nvSpPr>
      <dsp:spPr>
        <a:xfrm>
          <a:off x="5198551" y="1764739"/>
          <a:ext cx="1236561" cy="865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Data Transformation</a:t>
          </a:r>
        </a:p>
      </dsp:txBody>
      <dsp:txXfrm>
        <a:off x="5198551" y="1764739"/>
        <a:ext cx="1236561" cy="865593"/>
      </dsp:txXfrm>
    </dsp:sp>
    <dsp:sp modelId="{6993E951-C94E-4B4F-B7FF-DDF06B26AA57}">
      <dsp:nvSpPr>
        <dsp:cNvPr id="0" name=""/>
        <dsp:cNvSpPr/>
      </dsp:nvSpPr>
      <dsp:spPr>
        <a:xfrm>
          <a:off x="6435113" y="1764318"/>
          <a:ext cx="453406" cy="865601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45F0B-ABC6-46F9-8215-D91DD2341343}">
      <dsp:nvSpPr>
        <dsp:cNvPr id="0" name=""/>
        <dsp:cNvSpPr/>
      </dsp:nvSpPr>
      <dsp:spPr>
        <a:xfrm>
          <a:off x="6888519" y="1764739"/>
          <a:ext cx="1236561" cy="865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Data Visualization</a:t>
          </a:r>
        </a:p>
      </dsp:txBody>
      <dsp:txXfrm>
        <a:off x="6888519" y="1764739"/>
        <a:ext cx="1236561" cy="865593"/>
      </dsp:txXfrm>
    </dsp:sp>
    <dsp:sp modelId="{CBB7FE0D-66F1-49E8-BBB1-38F8BE795367}">
      <dsp:nvSpPr>
        <dsp:cNvPr id="0" name=""/>
        <dsp:cNvSpPr/>
      </dsp:nvSpPr>
      <dsp:spPr>
        <a:xfrm>
          <a:off x="8125081" y="1764318"/>
          <a:ext cx="453406" cy="865601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67A7E-BBD2-4736-A9CB-5FB77272A7CC}">
      <dsp:nvSpPr>
        <dsp:cNvPr id="0" name=""/>
        <dsp:cNvSpPr/>
      </dsp:nvSpPr>
      <dsp:spPr>
        <a:xfrm>
          <a:off x="8578487" y="1764739"/>
          <a:ext cx="1236561" cy="865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Insight Generation and Interpretation</a:t>
          </a:r>
        </a:p>
      </dsp:txBody>
      <dsp:txXfrm>
        <a:off x="8578487" y="1764739"/>
        <a:ext cx="1236561" cy="865593"/>
      </dsp:txXfrm>
    </dsp:sp>
    <dsp:sp modelId="{71C02DB2-3D85-41DC-A932-8D4ECDF56751}">
      <dsp:nvSpPr>
        <dsp:cNvPr id="0" name=""/>
        <dsp:cNvSpPr/>
      </dsp:nvSpPr>
      <dsp:spPr>
        <a:xfrm>
          <a:off x="9815049" y="1764318"/>
          <a:ext cx="453406" cy="865601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E20C8-69BC-43AB-85B0-7F42571B7B57}">
      <dsp:nvSpPr>
        <dsp:cNvPr id="0" name=""/>
        <dsp:cNvSpPr/>
      </dsp:nvSpPr>
      <dsp:spPr>
        <a:xfrm>
          <a:off x="10268455" y="1643540"/>
          <a:ext cx="1584877" cy="11495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Recommendation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&amp;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Strategic Conclusion</a:t>
          </a:r>
        </a:p>
      </dsp:txBody>
      <dsp:txXfrm>
        <a:off x="10500555" y="1811890"/>
        <a:ext cx="1120677" cy="8128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C9E3-FDC5-3C3F-E68F-CF80FE2AA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71AF9-D7DA-3908-7EFB-6F5BCCF0C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E99D6-F0CC-BAA8-3DEF-A65D41C3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2AA3F-567B-BC73-5737-D7057AA2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08B78-8943-E6F3-9697-136C9B2B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35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0D7E-C0E4-9E51-5CFC-0C2DD39B7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116EC-B938-18BB-D92D-32F1E0187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10929-09EE-F386-A566-22B7FF268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9DE81-6794-D225-7149-54DBEAE9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B5D47-14D7-6E2E-707D-C5364107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25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14AE-A7C1-4884-5152-946790E3A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F637F-823D-4EDA-801D-BD8B14B2E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4961F-5B30-51D6-95CF-45CD9153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F647B-1E5B-2361-4EE8-F14A1B28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F9E89-E1A5-DB17-A931-3EB8F37E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13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6309-7996-BEA3-71EC-C5AF1EA36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D5DC-D147-A5F7-1182-6B6E57396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D11F8-D629-EAB3-9F90-C7F08E88B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FD6EA-7B4D-8AEB-A929-EF5948BBA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C3641-552C-A8A1-2571-EA2B854E2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8B7C3-DDD7-9A7D-B4CC-411DFAA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25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C769-BC08-48EA-403F-956968EFE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A75A2-8B7E-6A76-447E-FA7D20365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AA786-03C0-D852-D2BB-FB923BB22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9BEAFF-DB79-AFF5-B5C4-6785673CF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61713-3C98-47D4-E790-1F27BEA8F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01AE61-8EC5-7769-7263-417EE6E9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67359F-4545-7E87-38E3-49CB56AC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0375FF-ED0A-9528-56B2-2EF9E3B9A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72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5ADCC-FDE0-0799-6930-69609121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40B30-E4E0-955C-58B1-E4872941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4C5C0-8458-BBEB-80D5-861C29E5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4F844-6C8A-5BDE-857C-E564C384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11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3D8CF-3820-8913-0C8E-E3418AE26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C37F5-EF4E-074C-1E1A-0A684E92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B16BC-CD71-8D67-FC7F-F4CEEB6E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77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7BF60-DDDE-103F-9D66-5E312667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D2BE3-60BE-90CA-A892-440770DE4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0C2FE-8314-6674-53A0-C08A0824D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2036-574B-529A-2F3E-2C0DB5E9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741CC-6FD4-58CC-D2E7-7E00F24C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396D5-73EB-B0BF-8587-3B1BB864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25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2226-6817-E6C5-EA7C-1D4ABBFF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AF128-3C51-A92F-2D0F-302CC1207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159AA-C035-6F43-B353-7F5C2FB20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C95FF-3C1E-AD15-FA95-F01188463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1B3D3-1467-4EFC-D191-5C23C750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F7865-5E3E-F33B-0F9E-2D606DE8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88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FA9B-FA40-0E4A-EF01-0AE1D9F58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DE68C-E377-A3FB-DAB4-A52271A6F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40925-6346-30DB-E7F7-7032E502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979C0-B0EA-4993-3CEE-324D88A40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AA2A-1300-5DED-A376-0FBC6949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83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B73C7-B95D-518E-96AA-39B3FB28F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90723-2DD7-7552-17A9-0187762ED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ECFF5-FBFD-BBE0-FBC4-F679B940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DEDF8-10A6-BE86-0588-2C100E36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FD009-5684-7994-BF4D-7D5DCFCEB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22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AA12F-37E8-33CB-CFAA-B6126EABA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5D470-1A79-AE8F-CB77-A34A60AF1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7F561-CC0C-B45B-05EA-E95B0F711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770F9-4D49-4AEC-A023-9E230DA1AFD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4F13B-3291-169C-604E-65A23D905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814D-037C-CB25-99E6-7BFBB45F3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4AC09-1DAD-4474-A4DC-8206C5D0610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FEBFF-4311-0802-7ECC-AFD997BE460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747474">
                    <a:alpha val="50000"/>
                  </a:srgbClr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3082803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A43EE-F8F0-7CB0-050E-BBCD0971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Problem Statement and Objective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DB8FA1B-5EBC-33AF-5AFC-7E3B39867A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078358"/>
              </p:ext>
            </p:extLst>
          </p:nvPr>
        </p:nvGraphicFramePr>
        <p:xfrm>
          <a:off x="838200" y="1690689"/>
          <a:ext cx="4530213" cy="4985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37648A-B16C-7E52-772B-781458EE9EE7}"/>
              </a:ext>
            </a:extLst>
          </p:cNvPr>
          <p:cNvSpPr txBox="1"/>
          <p:nvPr/>
        </p:nvSpPr>
        <p:spPr>
          <a:xfrm>
            <a:off x="5791199" y="2097230"/>
            <a:ext cx="5742039" cy="32008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optimize the product assortment in the grocery department of one of the largest retailers in Europe.</a:t>
            </a: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Identify underperforming items.</a:t>
            </a: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Determine high-demand items that may need increased shelf space or stock.</a:t>
            </a: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Suggest rationalization strategies to improve profitability, reduce working capital and increase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46645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3F039-AF60-AE6F-EC04-80D0CB5B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905BA-E4CD-F372-13C4-C4D2D40B9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IN" sz="2000" dirty="0"/>
              <a:t>Total Brands – 4</a:t>
            </a:r>
          </a:p>
          <a:p>
            <a:r>
              <a:rPr lang="en-IN" sz="2000" dirty="0"/>
              <a:t>Brands Name – A, B, C, D, E</a:t>
            </a:r>
          </a:p>
          <a:p>
            <a:r>
              <a:rPr lang="en-IN" sz="2000" dirty="0"/>
              <a:t>Total Categories - 6</a:t>
            </a:r>
          </a:p>
          <a:p>
            <a:r>
              <a:rPr lang="en-IN" sz="2000" dirty="0"/>
              <a:t>Categories Name – Snacks , Frozen, Dairy, Bakery, Produce, Beverages</a:t>
            </a:r>
          </a:p>
          <a:p>
            <a:r>
              <a:rPr lang="en-IN" sz="2000" dirty="0"/>
              <a:t>Total Product Type – 5000</a:t>
            </a:r>
          </a:p>
          <a:p>
            <a:r>
              <a:rPr lang="en-IN" sz="2000" dirty="0"/>
              <a:t>Quantifiable Data – Price , Cost, Units Sold, SKU,		        	        Shelf Space, Customer Ratings, 		        Frequency of Purchase, Sales, 		        	        Gross Margin, Total Customers, Total 		        Transactions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9058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F731-4B84-CA53-9ED5-B633CDDF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3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Data Analysis Approach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347321-ED48-5C47-D7C2-99CDF6085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188469"/>
              </p:ext>
            </p:extLst>
          </p:nvPr>
        </p:nvGraphicFramePr>
        <p:xfrm>
          <a:off x="167148" y="1336726"/>
          <a:ext cx="1186753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06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388B3-EC39-5B89-6FB9-AE7AF048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Analytical KPI’s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F68A2-3CD1-3720-E838-AD7B3BB9A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sz="2200" dirty="0"/>
              <a:t>Sales - Total Revenue Contribution</a:t>
            </a:r>
          </a:p>
          <a:p>
            <a:r>
              <a:rPr lang="en-IN" sz="2200" dirty="0"/>
              <a:t>Gross Margin - Product Profitability</a:t>
            </a:r>
          </a:p>
          <a:p>
            <a:r>
              <a:rPr lang="en-IN" sz="2200" dirty="0"/>
              <a:t>Total Customers - Unique Customers</a:t>
            </a:r>
          </a:p>
          <a:p>
            <a:r>
              <a:rPr lang="en-IN" sz="2200" dirty="0"/>
              <a:t>Sales Per Customer - Average Spending Per Customer</a:t>
            </a:r>
          </a:p>
          <a:p>
            <a:r>
              <a:rPr lang="en-IN" sz="2200" dirty="0"/>
              <a:t>Customer Rating Proxy - Combines Satisfaction And Repeat Purchase To Measure True Customer Demand.</a:t>
            </a:r>
          </a:p>
          <a:p>
            <a:r>
              <a:rPr lang="en-IN" sz="2200" dirty="0"/>
              <a:t>Sales Per Shelf Space - Evaluates Revenue Efficiency Relative To Space Allocated</a:t>
            </a:r>
          </a:p>
          <a:p>
            <a:r>
              <a:rPr lang="en-IN" sz="2200" dirty="0"/>
              <a:t>Gross Margin Per Shelf Space - Shows Profit Efficiency Per Space Unit</a:t>
            </a:r>
          </a:p>
          <a:p>
            <a:r>
              <a:rPr lang="en-IN" sz="2200" dirty="0"/>
              <a:t>Units Sold Per Shelf Space - Measures Movement Of Units Per Space</a:t>
            </a:r>
          </a:p>
        </p:txBody>
      </p:sp>
    </p:spTree>
    <p:extLst>
      <p:ext uri="{BB962C8B-B14F-4D97-AF65-F5344CB8AC3E}">
        <p14:creationId xmlns:p14="http://schemas.microsoft.com/office/powerpoint/2010/main" val="16723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F03B-D079-F04E-F09B-79EC3E90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27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Descriptive Analysis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4DED06B-5845-9237-F397-1CDC184A0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590" y="1631696"/>
            <a:ext cx="2880885" cy="225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A43A886-AA94-526A-F88D-5A2AB4425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763" y="1679321"/>
            <a:ext cx="3055190" cy="220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BED5D0A7-39E8-2086-7785-034949704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254" y="4179735"/>
            <a:ext cx="2880885" cy="225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F7DA1252-B033-2579-EC9A-ED17788B3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764" y="4179735"/>
            <a:ext cx="3055190" cy="218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9D040B-584C-2347-A7A2-C9CE42E85A9F}"/>
              </a:ext>
            </a:extLst>
          </p:cNvPr>
          <p:cNvSpPr txBox="1"/>
          <p:nvPr/>
        </p:nvSpPr>
        <p:spPr>
          <a:xfrm>
            <a:off x="939504" y="2603600"/>
            <a:ext cx="1821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Sales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1CBF0-BBE5-6A48-F576-ABFBAD08AADD}"/>
              </a:ext>
            </a:extLst>
          </p:cNvPr>
          <p:cNvSpPr txBox="1"/>
          <p:nvPr/>
        </p:nvSpPr>
        <p:spPr>
          <a:xfrm>
            <a:off x="554207" y="5085938"/>
            <a:ext cx="2592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Gross Margin Distribution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5ACE25-C12B-F40D-CA21-CB9AB4313A66}"/>
              </a:ext>
            </a:extLst>
          </p:cNvPr>
          <p:cNvCxnSpPr>
            <a:cxnSpLocks/>
          </p:cNvCxnSpPr>
          <p:nvPr/>
        </p:nvCxnSpPr>
        <p:spPr>
          <a:xfrm>
            <a:off x="3293805" y="2778435"/>
            <a:ext cx="855407" cy="4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F3B327-00C8-F4D4-D96B-07B08D51DBAC}"/>
              </a:ext>
            </a:extLst>
          </p:cNvPr>
          <p:cNvCxnSpPr>
            <a:cxnSpLocks/>
          </p:cNvCxnSpPr>
          <p:nvPr/>
        </p:nvCxnSpPr>
        <p:spPr>
          <a:xfrm>
            <a:off x="3309016" y="5270604"/>
            <a:ext cx="855407" cy="4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011468D-63A7-66AC-69D4-87098191D8FE}"/>
              </a:ext>
            </a:extLst>
          </p:cNvPr>
          <p:cNvSpPr txBox="1"/>
          <p:nvPr/>
        </p:nvSpPr>
        <p:spPr>
          <a:xfrm>
            <a:off x="4176987" y="2657461"/>
            <a:ext cx="721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In Million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F5F778-309F-FD64-FE89-D33A3053212E}"/>
              </a:ext>
            </a:extLst>
          </p:cNvPr>
          <p:cNvSpPr txBox="1"/>
          <p:nvPr/>
        </p:nvSpPr>
        <p:spPr>
          <a:xfrm>
            <a:off x="4237703" y="5176004"/>
            <a:ext cx="721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In Million</a:t>
            </a:r>
          </a:p>
        </p:txBody>
      </p:sp>
    </p:spTree>
    <p:extLst>
      <p:ext uri="{BB962C8B-B14F-4D97-AF65-F5344CB8AC3E}">
        <p14:creationId xmlns:p14="http://schemas.microsoft.com/office/powerpoint/2010/main" val="3896828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28E3-01F6-5F12-A109-0DF544987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94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Customer Demand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C8D5925-4C45-B452-B8F0-6369CD6DF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64" y="1530913"/>
            <a:ext cx="3077190" cy="219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E5E367B-FBAA-71C6-93C1-C54C88660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228" y="1530912"/>
            <a:ext cx="3077190" cy="219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22226C-3948-B955-5C65-74F70294A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007907"/>
              </p:ext>
            </p:extLst>
          </p:nvPr>
        </p:nvGraphicFramePr>
        <p:xfrm>
          <a:off x="7034826" y="3979146"/>
          <a:ext cx="4102664" cy="2194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5666">
                  <a:extLst>
                    <a:ext uri="{9D8B030D-6E8A-4147-A177-3AD203B41FA5}">
                      <a16:colId xmlns:a16="http://schemas.microsoft.com/office/drawing/2014/main" val="2140049673"/>
                    </a:ext>
                  </a:extLst>
                </a:gridCol>
                <a:gridCol w="1025666">
                  <a:extLst>
                    <a:ext uri="{9D8B030D-6E8A-4147-A177-3AD203B41FA5}">
                      <a16:colId xmlns:a16="http://schemas.microsoft.com/office/drawing/2014/main" val="124335786"/>
                    </a:ext>
                  </a:extLst>
                </a:gridCol>
                <a:gridCol w="1025666">
                  <a:extLst>
                    <a:ext uri="{9D8B030D-6E8A-4147-A177-3AD203B41FA5}">
                      <a16:colId xmlns:a16="http://schemas.microsoft.com/office/drawing/2014/main" val="774044458"/>
                    </a:ext>
                  </a:extLst>
                </a:gridCol>
                <a:gridCol w="1025666">
                  <a:extLst>
                    <a:ext uri="{9D8B030D-6E8A-4147-A177-3AD203B41FA5}">
                      <a16:colId xmlns:a16="http://schemas.microsoft.com/office/drawing/2014/main" val="1675579539"/>
                    </a:ext>
                  </a:extLst>
                </a:gridCol>
              </a:tblGrid>
              <a:tr h="286883"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Customer Rating Proxy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Percentage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349243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A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Bakery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52624.6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5.1%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975802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A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Dairy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48233.4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4.7%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490501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D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Bakery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47828.7 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4.7%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006452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A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Produce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46405.5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4.5%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091876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C</a:t>
                      </a:r>
                      <a:endParaRPr lang="en-IN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Bakery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44172.5 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4.3%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543061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A</a:t>
                      </a:r>
                      <a:endParaRPr lang="en-IN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Snacks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39095.3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3.8%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300763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D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Beverages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39018.4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3.8%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924993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A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Frozen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38367.1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3.7%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70261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E7F90C-E9F6-69E2-9D15-9CBAD8B64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825715"/>
              </p:ext>
            </p:extLst>
          </p:nvPr>
        </p:nvGraphicFramePr>
        <p:xfrm>
          <a:off x="882599" y="3979146"/>
          <a:ext cx="4274576" cy="2194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68644">
                  <a:extLst>
                    <a:ext uri="{9D8B030D-6E8A-4147-A177-3AD203B41FA5}">
                      <a16:colId xmlns:a16="http://schemas.microsoft.com/office/drawing/2014/main" val="2140049673"/>
                    </a:ext>
                  </a:extLst>
                </a:gridCol>
                <a:gridCol w="1068644">
                  <a:extLst>
                    <a:ext uri="{9D8B030D-6E8A-4147-A177-3AD203B41FA5}">
                      <a16:colId xmlns:a16="http://schemas.microsoft.com/office/drawing/2014/main" val="124335786"/>
                    </a:ext>
                  </a:extLst>
                </a:gridCol>
                <a:gridCol w="1068644">
                  <a:extLst>
                    <a:ext uri="{9D8B030D-6E8A-4147-A177-3AD203B41FA5}">
                      <a16:colId xmlns:a16="http://schemas.microsoft.com/office/drawing/2014/main" val="774044458"/>
                    </a:ext>
                  </a:extLst>
                </a:gridCol>
                <a:gridCol w="1068644">
                  <a:extLst>
                    <a:ext uri="{9D8B030D-6E8A-4147-A177-3AD203B41FA5}">
                      <a16:colId xmlns:a16="http://schemas.microsoft.com/office/drawing/2014/main" val="1675579539"/>
                    </a:ext>
                  </a:extLst>
                </a:gridCol>
              </a:tblGrid>
              <a:tr h="286883"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Customer Rating Proxy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Percentage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349243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B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Snacks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26717.7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975802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B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Frozen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26304.5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490501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B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Produce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25737.9  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006452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E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Dairy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25319.1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091876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E</a:t>
                      </a:r>
                      <a:endParaRPr lang="en-IN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Snacks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24853.7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543061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E</a:t>
                      </a:r>
                      <a:endParaRPr lang="en-IN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Frozen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24062.8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300763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E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Produce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21475.0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924993"/>
                  </a:ext>
                </a:extLst>
              </a:tr>
              <a:tr h="166090">
                <a:tc>
                  <a:txBody>
                    <a:bodyPr/>
                    <a:lstStyle/>
                    <a:p>
                      <a:pPr algn="ctr"/>
                      <a:r>
                        <a:rPr lang="en-IN" sz="900" b="0" kern="1200" dirty="0">
                          <a:solidFill>
                            <a:schemeClr val="dk1"/>
                          </a:solidFill>
                          <a:effectLst/>
                        </a:rPr>
                        <a:t>Brand E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Beverages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21066.0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2.0%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7026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8FA2FF-CD5B-A7C6-C1B1-5FCAC67CC2B7}"/>
              </a:ext>
            </a:extLst>
          </p:cNvPr>
          <p:cNvSpPr txBox="1"/>
          <p:nvPr/>
        </p:nvSpPr>
        <p:spPr>
          <a:xfrm>
            <a:off x="2143432" y="6308209"/>
            <a:ext cx="161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Top Performers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90505-64F4-1BE4-0C21-9D06D3C3FDF4}"/>
              </a:ext>
            </a:extLst>
          </p:cNvPr>
          <p:cNvSpPr txBox="1"/>
          <p:nvPr/>
        </p:nvSpPr>
        <p:spPr>
          <a:xfrm>
            <a:off x="8396750" y="6310930"/>
            <a:ext cx="1664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Low Performers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FEA85-5EFC-6B54-3292-F89A7B6B0063}"/>
              </a:ext>
            </a:extLst>
          </p:cNvPr>
          <p:cNvSpPr txBox="1"/>
          <p:nvPr/>
        </p:nvSpPr>
        <p:spPr>
          <a:xfrm>
            <a:off x="4931048" y="2280919"/>
            <a:ext cx="2131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CUSTOMER RATING PROXY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156BCF-B04C-7229-79B3-E3BBB638501E}"/>
              </a:ext>
            </a:extLst>
          </p:cNvPr>
          <p:cNvCxnSpPr>
            <a:cxnSpLocks/>
          </p:cNvCxnSpPr>
          <p:nvPr/>
        </p:nvCxnSpPr>
        <p:spPr>
          <a:xfrm flipH="1">
            <a:off x="4070555" y="2434807"/>
            <a:ext cx="722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A02968-0925-A31F-B56D-5362AEBA9E91}"/>
              </a:ext>
            </a:extLst>
          </p:cNvPr>
          <p:cNvCxnSpPr>
            <a:cxnSpLocks/>
          </p:cNvCxnSpPr>
          <p:nvPr/>
        </p:nvCxnSpPr>
        <p:spPr>
          <a:xfrm>
            <a:off x="7207045" y="2434807"/>
            <a:ext cx="7767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60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4" name="Rectangle 514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F655C-F9CD-E657-D521-94BF4409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828" y="0"/>
            <a:ext cx="9795638" cy="11143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dirty="0"/>
              <a:t>Inventory Analysis</a:t>
            </a:r>
          </a:p>
        </p:txBody>
      </p:sp>
      <p:pic>
        <p:nvPicPr>
          <p:cNvPr id="5122" name="Picture 2" descr="A chart of a number of brands&#10;&#10;AI-generated content may be incorrect.">
            <a:extLst>
              <a:ext uri="{FF2B5EF4-FFF2-40B4-BE49-F238E27FC236}">
                <a16:creationId xmlns:a16="http://schemas.microsoft.com/office/drawing/2014/main" id="{15DB7512-3D7B-FB94-87AC-8A0B36CB1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5828" y="4179154"/>
            <a:ext cx="4276518" cy="249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A chart of food items&#10;&#10;AI-generated content may be incorrect.">
            <a:extLst>
              <a:ext uri="{FF2B5EF4-FFF2-40B4-BE49-F238E27FC236}">
                <a16:creationId xmlns:a16="http://schemas.microsoft.com/office/drawing/2014/main" id="{FEFF0B24-18D9-C31F-CD8C-B671D4E2E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5828" y="1107020"/>
            <a:ext cx="4276518" cy="249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D1B358-4506-16E5-6410-7A7A3C578E74}"/>
              </a:ext>
            </a:extLst>
          </p:cNvPr>
          <p:cNvSpPr txBox="1"/>
          <p:nvPr/>
        </p:nvSpPr>
        <p:spPr>
          <a:xfrm>
            <a:off x="135899" y="5002781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Units Sold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F8E52-CE8E-83FC-3097-A8FC8F1AFE6B}"/>
              </a:ext>
            </a:extLst>
          </p:cNvPr>
          <p:cNvSpPr txBox="1"/>
          <p:nvPr/>
        </p:nvSpPr>
        <p:spPr>
          <a:xfrm>
            <a:off x="143982" y="2118873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Units Sold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37869-8935-C50C-9C7B-D6B91C036468}"/>
              </a:ext>
            </a:extLst>
          </p:cNvPr>
          <p:cNvSpPr txBox="1"/>
          <p:nvPr/>
        </p:nvSpPr>
        <p:spPr>
          <a:xfrm>
            <a:off x="178327" y="5188832"/>
            <a:ext cx="721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In Million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C318A-6B10-1353-1675-BBB0341A8CE6}"/>
              </a:ext>
            </a:extLst>
          </p:cNvPr>
          <p:cNvSpPr txBox="1"/>
          <p:nvPr/>
        </p:nvSpPr>
        <p:spPr>
          <a:xfrm>
            <a:off x="190469" y="2307382"/>
            <a:ext cx="721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In Million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C10993E-1171-8857-6CF0-D519427C6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375071"/>
              </p:ext>
            </p:extLst>
          </p:nvPr>
        </p:nvGraphicFramePr>
        <p:xfrm>
          <a:off x="5953578" y="1264515"/>
          <a:ext cx="2331087" cy="5413596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777029">
                  <a:extLst>
                    <a:ext uri="{9D8B030D-6E8A-4147-A177-3AD203B41FA5}">
                      <a16:colId xmlns:a16="http://schemas.microsoft.com/office/drawing/2014/main" val="478045162"/>
                    </a:ext>
                  </a:extLst>
                </a:gridCol>
                <a:gridCol w="777029">
                  <a:extLst>
                    <a:ext uri="{9D8B030D-6E8A-4147-A177-3AD203B41FA5}">
                      <a16:colId xmlns:a16="http://schemas.microsoft.com/office/drawing/2014/main" val="3492538531"/>
                    </a:ext>
                  </a:extLst>
                </a:gridCol>
                <a:gridCol w="777029">
                  <a:extLst>
                    <a:ext uri="{9D8B030D-6E8A-4147-A177-3AD203B41FA5}">
                      <a16:colId xmlns:a16="http://schemas.microsoft.com/office/drawing/2014/main" val="718224422"/>
                    </a:ext>
                  </a:extLst>
                </a:gridCol>
              </a:tblGrid>
              <a:tr h="226866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BRANDS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Categories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Units Sold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2024503040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Brand A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Bakery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845724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2556734838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Brand A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Dairy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825099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416726219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Produce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797491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748227785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D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Bakery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794998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4052279902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C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Bakery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777062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4277782385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Frozen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709316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75622561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Snacks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674137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2628888896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D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Snacks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659152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2727081631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D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Beverages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657692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527414548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C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Beverages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640941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767463329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Beverages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638396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2076744886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D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Frozen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638320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438254294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B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Bakery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629562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2894050776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D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Dairy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620230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3024991373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D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Produce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605868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2280338620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C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Dairy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566835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3384096452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C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Snacks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547095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2533384663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C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Frozen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543478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1036118663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C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Produce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513963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934616350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B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Frozen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508453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4201716577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Bakery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486745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1851410412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B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Dairy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483903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1949401293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B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Produce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454832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2398680857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Frozen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439030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3981330304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Dairy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435103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1765559804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B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Beverages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434357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195372034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B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Snacks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424140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1113131016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Snacks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380034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1527586222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Beverages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378496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4040429809"/>
                  </a:ext>
                </a:extLst>
              </a:tr>
              <a:tr h="172891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>
                          <a:effectLst/>
                        </a:rPr>
                        <a:t>Brand 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Produce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u="none" strike="noStrike" dirty="0">
                          <a:effectLst/>
                        </a:rPr>
                        <a:t>370923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79" marR="5579" marT="5579" marB="0" anchor="ctr"/>
                </a:tc>
                <a:extLst>
                  <a:ext uri="{0D108BD9-81ED-4DB2-BD59-A6C34878D82A}">
                    <a16:rowId xmlns:a16="http://schemas.microsoft.com/office/drawing/2014/main" val="322530158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139FD98-E4D0-1794-F3C9-7A9859C34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06123"/>
              </p:ext>
            </p:extLst>
          </p:nvPr>
        </p:nvGraphicFramePr>
        <p:xfrm>
          <a:off x="9647167" y="1277941"/>
          <a:ext cx="2013893" cy="541358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156633">
                  <a:extLst>
                    <a:ext uri="{9D8B030D-6E8A-4147-A177-3AD203B41FA5}">
                      <a16:colId xmlns:a16="http://schemas.microsoft.com/office/drawing/2014/main" val="2144745341"/>
                    </a:ext>
                  </a:extLst>
                </a:gridCol>
                <a:gridCol w="857260">
                  <a:extLst>
                    <a:ext uri="{9D8B030D-6E8A-4147-A177-3AD203B41FA5}">
                      <a16:colId xmlns:a16="http://schemas.microsoft.com/office/drawing/2014/main" val="1149875423"/>
                    </a:ext>
                  </a:extLst>
                </a:gridCol>
              </a:tblGrid>
              <a:tr h="457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Product Name</a:t>
                      </a:r>
                      <a:endParaRPr lang="en-IN" sz="8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>
                          <a:effectLst/>
                        </a:rPr>
                        <a:t>Units Sold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5286010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2060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>
                          <a:effectLst/>
                        </a:rPr>
                        <a:t>188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5766863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2598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248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589845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1276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306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9699229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3090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327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35367621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2194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379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21914913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3461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400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9402825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3777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406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2402889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2123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442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2357549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3357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443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07799575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961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472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65759752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3466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474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4143607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4055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482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81716042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3025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486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42965757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2282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493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96247370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77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493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6715337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240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508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34006267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4029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518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01735942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3640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531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2545662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 1976</a:t>
                      </a:r>
                      <a:endParaRPr lang="en-IN" sz="800" b="1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>
                          <a:effectLst/>
                        </a:rPr>
                        <a:t>531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7391001"/>
                  </a:ext>
                </a:extLst>
              </a:tr>
              <a:tr h="24780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8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Product 3712</a:t>
                      </a:r>
                      <a:endParaRPr lang="en-IN" sz="8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u="none" strike="noStrike" dirty="0">
                          <a:effectLst/>
                        </a:rPr>
                        <a:t>534 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238853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4A49EE6-6F51-7CB9-EBD3-B7F0F09AD3D2}"/>
              </a:ext>
            </a:extLst>
          </p:cNvPr>
          <p:cNvSpPr txBox="1"/>
          <p:nvPr/>
        </p:nvSpPr>
        <p:spPr>
          <a:xfrm>
            <a:off x="8445698" y="3236646"/>
            <a:ext cx="103259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dirty="0"/>
              <a:t>Top 20 Slow Moving Items</a:t>
            </a:r>
          </a:p>
        </p:txBody>
      </p:sp>
    </p:spTree>
    <p:extLst>
      <p:ext uri="{BB962C8B-B14F-4D97-AF65-F5344CB8AC3E}">
        <p14:creationId xmlns:p14="http://schemas.microsoft.com/office/powerpoint/2010/main" val="2891170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563F-CFED-6208-DA1C-34F59558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1334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Performance Summary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58E94-5855-5D0F-5C94-31478153C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192929"/>
              </p:ext>
            </p:extLst>
          </p:nvPr>
        </p:nvGraphicFramePr>
        <p:xfrm>
          <a:off x="570271" y="1494043"/>
          <a:ext cx="11120283" cy="28714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28588">
                  <a:extLst>
                    <a:ext uri="{9D8B030D-6E8A-4147-A177-3AD203B41FA5}">
                      <a16:colId xmlns:a16="http://schemas.microsoft.com/office/drawing/2014/main" val="3538733461"/>
                    </a:ext>
                  </a:extLst>
                </a:gridCol>
                <a:gridCol w="1476826">
                  <a:extLst>
                    <a:ext uri="{9D8B030D-6E8A-4147-A177-3AD203B41FA5}">
                      <a16:colId xmlns:a16="http://schemas.microsoft.com/office/drawing/2014/main" val="3144934686"/>
                    </a:ext>
                  </a:extLst>
                </a:gridCol>
                <a:gridCol w="1520896">
                  <a:extLst>
                    <a:ext uri="{9D8B030D-6E8A-4147-A177-3AD203B41FA5}">
                      <a16:colId xmlns:a16="http://schemas.microsoft.com/office/drawing/2014/main" val="1515989070"/>
                    </a:ext>
                  </a:extLst>
                </a:gridCol>
                <a:gridCol w="2423293">
                  <a:extLst>
                    <a:ext uri="{9D8B030D-6E8A-4147-A177-3AD203B41FA5}">
                      <a16:colId xmlns:a16="http://schemas.microsoft.com/office/drawing/2014/main" val="1097836762"/>
                    </a:ext>
                  </a:extLst>
                </a:gridCol>
                <a:gridCol w="1154116">
                  <a:extLst>
                    <a:ext uri="{9D8B030D-6E8A-4147-A177-3AD203B41FA5}">
                      <a16:colId xmlns:a16="http://schemas.microsoft.com/office/drawing/2014/main" val="1936694359"/>
                    </a:ext>
                  </a:extLst>
                </a:gridCol>
                <a:gridCol w="1107562">
                  <a:extLst>
                    <a:ext uri="{9D8B030D-6E8A-4147-A177-3AD203B41FA5}">
                      <a16:colId xmlns:a16="http://schemas.microsoft.com/office/drawing/2014/main" val="2741417395"/>
                    </a:ext>
                  </a:extLst>
                </a:gridCol>
                <a:gridCol w="1609002">
                  <a:extLst>
                    <a:ext uri="{9D8B030D-6E8A-4147-A177-3AD203B41FA5}">
                      <a16:colId xmlns:a16="http://schemas.microsoft.com/office/drawing/2014/main" val="2921704066"/>
                    </a:ext>
                  </a:extLst>
                </a:gridCol>
              </a:tblGrid>
              <a:tr h="80223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Performance 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Percentile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Performance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Performance Score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Shelf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Shelf Space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124474"/>
                  </a:ext>
                </a:extLst>
              </a:tr>
              <a:tr h="46478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Top Performers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&lt; 25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5209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2470.69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360473"/>
                  </a:ext>
                </a:extLst>
              </a:tr>
              <a:tr h="80223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Medium Performers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dirty="0"/>
                        <a:t>&gt; 25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&amp; 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dirty="0"/>
                        <a:t>&lt; 75</a:t>
                      </a:r>
                      <a:r>
                        <a:rPr lang="en-IN" baseline="30000" dirty="0"/>
                        <a:t>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7184.25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035373"/>
                  </a:ext>
                </a:extLst>
              </a:tr>
              <a:tr h="80223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Under Performers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&gt; 75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3672.79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882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069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A2E9CD-BD5D-8A68-64C1-C454CC7D0534}"/>
              </a:ext>
            </a:extLst>
          </p:cNvPr>
          <p:cNvSpPr txBox="1"/>
          <p:nvPr/>
        </p:nvSpPr>
        <p:spPr>
          <a:xfrm>
            <a:off x="310944" y="1621079"/>
            <a:ext cx="11570111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dirty="0"/>
              <a:t>By eliminating under-performing and replacing mid-performing products and reallocating shelf space toward top performers, the retailer can significantly </a:t>
            </a:r>
            <a:r>
              <a:rPr lang="en-IN" b="1" dirty="0"/>
              <a:t>improve profitability, reduce inventory cost, and enhance customer satisfaction</a:t>
            </a:r>
            <a:r>
              <a:rPr lang="en-IN" dirty="0"/>
              <a:t>, achieving a efficient assortment.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945E36-3AA8-850A-A290-1378306B9890}"/>
              </a:ext>
            </a:extLst>
          </p:cNvPr>
          <p:cNvSpPr txBox="1"/>
          <p:nvPr/>
        </p:nvSpPr>
        <p:spPr>
          <a:xfrm>
            <a:off x="496527" y="4009754"/>
            <a:ext cx="4635911" cy="31393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 algn="ctr">
              <a:buAutoNum type="arabicPeriod"/>
            </a:pPr>
            <a:r>
              <a:rPr lang="en-IN" b="1" dirty="0"/>
              <a:t>Retain &amp; Expand High Performers</a:t>
            </a:r>
          </a:p>
          <a:p>
            <a:pPr algn="ctr"/>
            <a:endParaRPr lang="en-IN" b="1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IN" dirty="0"/>
              <a:t>Increase shelf space for top-performing products.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IN" dirty="0"/>
              <a:t>Improve visibility through better placement (eye-level, end caps).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IN" dirty="0"/>
          </a:p>
          <a:p>
            <a:pPr algn="ctr">
              <a:buFont typeface="Arial" panose="020B0604020202020204" pitchFamily="34" charset="0"/>
              <a:buChar char="•"/>
            </a:pPr>
            <a:endParaRPr lang="en-IN" dirty="0"/>
          </a:p>
          <a:p>
            <a:pPr algn="ctr">
              <a:buFont typeface="Arial" panose="020B0604020202020204" pitchFamily="34" charset="0"/>
              <a:buChar char="•"/>
            </a:pPr>
            <a:endParaRPr lang="en-IN" dirty="0"/>
          </a:p>
          <a:p>
            <a:pPr algn="ctr">
              <a:buFont typeface="Arial" panose="020B0604020202020204" pitchFamily="34" charset="0"/>
              <a:buChar char="•"/>
            </a:pPr>
            <a:endParaRPr lang="en-IN" dirty="0"/>
          </a:p>
          <a:p>
            <a:pPr algn="ctr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10215C-9DF9-957A-70AD-52365F8F2939}"/>
              </a:ext>
            </a:extLst>
          </p:cNvPr>
          <p:cNvSpPr txBox="1"/>
          <p:nvPr/>
        </p:nvSpPr>
        <p:spPr>
          <a:xfrm>
            <a:off x="6386050" y="3977319"/>
            <a:ext cx="4635911" cy="31393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2. Optimize Medium Performers</a:t>
            </a:r>
          </a:p>
          <a:p>
            <a:pPr algn="ctr">
              <a:buNone/>
            </a:pPr>
            <a:endParaRPr lang="en-IN" b="1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IN" dirty="0"/>
              <a:t>Conduct </a:t>
            </a:r>
            <a:r>
              <a:rPr lang="en-IN" b="1" dirty="0"/>
              <a:t>category-level review</a:t>
            </a:r>
            <a:r>
              <a:rPr lang="en-IN" dirty="0"/>
              <a:t> of mid performers to identify: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IN" dirty="0"/>
              <a:t>Run promotional strategies (bundles, discounts) to boost mid-tier items with potential.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5E56A08-687E-22DB-BA5B-18F0138F8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Recommendations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850780-2F2A-79DA-042B-8407167C2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387" y="3081916"/>
            <a:ext cx="1168735" cy="79936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B5A1EA8-C96F-5DAD-5FA9-9514F572C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894" y="3081916"/>
            <a:ext cx="1387578" cy="80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51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8391-023A-76F4-4288-106B968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832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149028-5871-05C9-3B6F-69454FDD35E9}"/>
              </a:ext>
            </a:extLst>
          </p:cNvPr>
          <p:cNvSpPr txBox="1"/>
          <p:nvPr/>
        </p:nvSpPr>
        <p:spPr>
          <a:xfrm>
            <a:off x="838200" y="1951672"/>
            <a:ext cx="6830961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3. Rationalize Underperformers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Prioritize </a:t>
            </a:r>
            <a:r>
              <a:rPr lang="en-IN" b="1"/>
              <a:t>phasing out or replacing</a:t>
            </a:r>
            <a:r>
              <a:rPr lang="en-IN"/>
              <a:t> products contributing &lt;25th percentile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Free up </a:t>
            </a:r>
            <a:r>
              <a:rPr lang="en-IN" b="1"/>
              <a:t>28% shelf space</a:t>
            </a:r>
            <a:r>
              <a:rPr lang="en-IN"/>
              <a:t> currently wasted and move it to higher-performing SKUs.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AA5974-0586-9D49-DB94-9516C99E03D1}"/>
              </a:ext>
            </a:extLst>
          </p:cNvPr>
          <p:cNvSpPr txBox="1"/>
          <p:nvPr/>
        </p:nvSpPr>
        <p:spPr>
          <a:xfrm>
            <a:off x="838200" y="3955456"/>
            <a:ext cx="6830961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Improve Assortment Profitability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Redirect space saved from underperformers toward: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High-margin products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Fast-moving SKUs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Customer-preferred brands/products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085E5-D266-2BAB-708B-2CDDE96AA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772" y="1740757"/>
            <a:ext cx="1394338" cy="16882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776CE6-CA8A-0B40-B701-EFE083FB3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207" y="3955456"/>
            <a:ext cx="2117469" cy="158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69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665</TotalTime>
  <Words>818</Words>
  <Application>Microsoft Office PowerPoint</Application>
  <PresentationFormat>Widescreen</PresentationFormat>
  <Paragraphs>314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 Narrow</vt:lpstr>
      <vt:lpstr>Arial</vt:lpstr>
      <vt:lpstr>Calibri</vt:lpstr>
      <vt:lpstr>Calibri Light</vt:lpstr>
      <vt:lpstr>Delivery</vt:lpstr>
      <vt:lpstr>Wingdings</vt:lpstr>
      <vt:lpstr>Office Theme</vt:lpstr>
      <vt:lpstr>Problem Statement and Objective</vt:lpstr>
      <vt:lpstr>Data Overview</vt:lpstr>
      <vt:lpstr>Data Analysis Approach</vt:lpstr>
      <vt:lpstr>Analytical KPI’s</vt:lpstr>
      <vt:lpstr>Descriptive Analysis</vt:lpstr>
      <vt:lpstr>Customer Demand</vt:lpstr>
      <vt:lpstr>Inventory Analysis</vt:lpstr>
      <vt:lpstr>Performance Summary </vt:lpstr>
      <vt:lpstr>Recommendations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Anmol Tomar</dc:creator>
  <cp:lastModifiedBy>Prasad Salwe (DHL Supply Chain)</cp:lastModifiedBy>
  <cp:revision>11</cp:revision>
  <dcterms:created xsi:type="dcterms:W3CDTF">2025-01-04T14:59:23Z</dcterms:created>
  <dcterms:modified xsi:type="dcterms:W3CDTF">2025-11-20T16:30:25Z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FOR INTERNAL USE</vt:lpwstr>
  </property>
</Properties>
</file>